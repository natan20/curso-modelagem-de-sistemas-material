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13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Análise de Informações e Dados + Ciclo PDCA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27/10/2026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 e contextualização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08:15  Da organização à análise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O Ciclo PDCA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09:15  Cuidado ao comparar períodos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10:40  Atividade prática: análise 2024 x 2025 + PDCA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Se o número de chamados caiu,
a equipe de TI está indo melhor?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Da Organização à Análise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Transformando dados organizados em decisão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organização à análise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Análise de dados: transformar números em informação útil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Dado → Informação → Conhecimento → Decisão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Perguntas-guia: comparado a quê? melhorou ou piorou? por quê?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Ciclo PDCA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Melhoria contínua a partir dos dados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Ciclo PDCA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 — identificar o problema nos dados e propor uma 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— executar a ação, em pequena escala se possível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Check — medir se a ação teve o efeito esperado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Act — padronizar se funcionou, ou ajustar e repetir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 ciclo CONTÍNUO — não termina depois de uma volta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Cuidado ao comparar períodos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2025 nesta base só tem dados até outubro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Comparar 2024 (ano inteiro) com 2025 (incompleto) seria injusto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Forma correta: comparar o mesmo recorte de meses nos dois anos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Armadilha comum em análise de dados: comparar períodos de tamanhos diferentes gera conclusões erradas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Comparando 2024 x 2025 e aplicando o PDCA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pessoas, usando Chamados_TI_Tratado.xlsx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Comparar jan-out/2024 x jan-out/2025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Indicadores: total de chamados, tempo de resolução, satisfação, cancelamento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Montar um plano PDCA para o indicador que piorou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70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Números reais — jan-out 2024 x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Total de chamados: 263 → 236 (-10.27%)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 médio de resolução: 33.69h → 34.78h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Satisfação média: 3.41 → 3.46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Taxa de cancelamento: 5.7% → 2.97%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Diagnóstico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Volume caiu e cancelamento melhorou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Mas o tempo médio de resolução piorou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Categoria mais frequente em 2025: Software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Isso sugere um problema de eficiência, não de volume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Plano PDCA de referência (Plan / Do)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Plan: reduzir o tempo médio de resolução dos chamados de Software, investigando sobrecarga ou falta de padronização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Do: redistribuir os chamados entre técnicos e criar um checklist padrão de diagnóstico, por 1 mês de teste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Plano PDCA de referência (Check / Act)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Check: medir de novo o tempo médio de resolução dessa categoria após o teste e comparar com o valor anterior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Act: se caiu, padronizar o checklist para todos; se não, investigar outra causa e ajustar o plano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Análise de dados — transformar dados em informação útil para decisão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PDCA — ciclo de melhoria contínua: Plan, Do, Check, Act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Indicador — métrica usada para acompanhar o desempenho de um processo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Recorte comparável — mesmo período/tamanho de dados nos dois lados de uma comparação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Explique cada uma das 4 etapas do Ciclo PDCA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não comparar o total de 2024 (ano inteiro) com o de 2025 (até outubro)?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Se o tempo de resolução aumentou mesmo com o volume caindo, o que isso pode indicar?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o Ciclo PDCA é considerado contínuo, e não um processo com fim?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comparar períodos de forma justa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Ciclo PDCA aplicado a um problema real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Diagnóstico a partir de dados reais de chamados de TI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(30/10): Modelagem de Negócios — Business Model Canvas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