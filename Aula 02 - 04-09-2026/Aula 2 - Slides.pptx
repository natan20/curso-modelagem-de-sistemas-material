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2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Requisitos Funcionais e Não-Funcionais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04/09/2026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08:15  Requisito Funcional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08:45  Requisito Não-Funcional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09:00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09:30  Técnicas de análise de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09:30 – 10:00  Role-play de entrevista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10:00 – 10:45  Atividade prática: das regras aos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10:45 – 11:30  Correção coletiva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Quem lembra 2 regras de negócio
da TechBurger?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usá-las hoje para construir requisitos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Requisito Funcional x Não-Funcional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Duas formas diferentes de descrever o que o sistema precisa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Requisito Funcional (RF)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Descreve o que o sistema deve fazer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Aplicação prática de uma regra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Padrão de redação: “o sistema deve + verbo de ação”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Precisa ser verificável — dá para testar se foi atendido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RF na prática: regra → requisito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Regra: pedido só é enviado à cozinha após confirmação de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o sistema deve bloquear o envio do pedido até o pagamento ser confirmado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regra pode gerar mais de um requisito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Requisito Não-Funcional (RNF)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Descreve como o sistema se comporta — não uma funcionalidade, uma qualidade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Categorias: desempenho, segurança, usabilidade, disponibilidade, confiabilidade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Geralmente precisa de medição para ser verificado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RNF por categoria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Exemplos (parte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Desempenho: confirmar pagamento em até 3s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Segurança: dados de cartão/PIX criptografados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Usabilidade: finalizar pedido em até 4 toques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Exemplos (parte 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Disponibilidade: sistema no ar 99,5% do tempo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Confiabilidade: nunca perder um pedido já pago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Técnicas de Análise de Requisitos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Como descobrir o que o sistema precisa fazer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Técnicas de análise (1/2)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Entrevista — conversa guiada com o stakeholder; a mais usada para entender regras em profundidade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Questionário — perguntas padronizadas para muitas pessoas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Observação — acompanhar o usuário no trabalho real, sem interferir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Técnicas de análise (2/2)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Brainstorming — geração coletiva de ideias em grupo, útil nas fases iniciais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Prototipação — validar entendimento com uma versão simples antes de desenvolver de verdade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Role-play: entrevista de requisitos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Formem duplas: “dono do negócio” e “analista”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analista tenta redescobrir 2-3 regras sem consultar o material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Troquem os papéis na segunda metade do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30 minutos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Transformar as 8 regras da TechBurger em Requisitos Funcionais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Propor pelo menos 4 Requisitos Não-Funcionais com categoria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Usar a tabela da Apostila, seção 5.2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45 minutos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RF segue o padrão “o sistema deve...”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RF é verificável (dá para testar)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4 RNF propostos, com categorias diferentes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 e RNF não foram confundidos entre si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Requisito Funcional (RF) — descreve o que o sistema deve fazer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Requisito Não-Funcional (RNF) — descreve como o sistema deve se comportar (qualidade)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Stakeholder — pessoa ou grupo interessado ou afetado pelo sistema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Verificável — característica de um requisito que pode ser testada/comprovada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Qual a diferença entre requisito funcional e não funcional?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Cite três técnicas de análise de requisitos e quando cada uma é mais indicada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Dê um exemplo de RNF de segurança para um sistema de pagamentos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Por que um requisito precisa ser “verificável”?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Requisito Funcional x Requisito Não-Funcional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Técnicas de análise de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Como transformar regras de negócio em requisitos verificáveis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(11/09): Modelagem de Sistemas, ferramentas e introdução à UML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