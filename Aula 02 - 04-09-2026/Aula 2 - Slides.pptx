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12" r:id="rId9"/>
    <p:sldId id="313" r:id="rId8"/>
    <p:sldId id="300" r:id="rId21"/>
    <p:sldId id="301" r:id="rId22"/>
    <p:sldId id="314" r:id="rId7"/>
    <p:sldId id="315" r:id="rId6"/>
    <p:sldId id="302" r:id="rId23"/>
    <p:sldId id="303" r:id="rId24"/>
    <p:sldId id="304" r:id="rId25"/>
    <p:sldId id="316" r:id="rId5"/>
    <p:sldId id="317" r:id="rId33"/>
    <p:sldId id="305" r:id="rId26"/>
    <p:sldId id="306" r:id="rId27"/>
    <p:sldId id="307" r:id="rId28"/>
    <p:sldId id="308" r:id="rId29"/>
    <p:sldId id="309" r:id="rId30"/>
    <p:sldId id="310" r:id="rId31"/>
    <p:sldId id="311" r:id="rId32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6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8.xml"/><Relationship Id="rId9" Type="http://schemas.openxmlformats.org/officeDocument/2006/relationships/slide" Target="slides/slide7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2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Requisitos Funcionais e Não-Funcionais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04/09/2026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07:50  Abertura, retomada e correção da Aula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07:50 – 08:20  Requisito 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08:20 – 08:50  Requisito Não-Funcional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08:50 – 09:05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09:05 – 09:35  Técnicas de análise de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09:35 – 10:05  Role-play de entrevista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10:05 – 10:50  Atividade prática: das regras aos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10:50 – 11:30  Correção coletiva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Quem lembra 2 regras de negócio
da TechBurger?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usá-las hoje para construir requisitos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Requisito Funcional x Não-Funcional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Duas formas diferentes de descrever o que o sistema precisa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 Funcional (RF)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o que o sistema deve fazer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Aplicação prática de uma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Padrão de redação: “o sistema deve + verbo de ação”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Precisa ser verificável — dá para testar se foi atendido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RF na prática: regra → requisito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Regra: pedido só é enviado à cozinha após confirmação de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o sistema deve bloquear o envio do pedido até o pagamento ser confirmado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pode gerar mais de um requisito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escrever um bom 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Claro e objetivo — uma frase, sem duplo sentido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Atômico — uma única capacidade, não várias amarradas com “e”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Verificável — dá para escrever um teste que aprova ou reprova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Rastreável — sempre dá para apontar de qual regra ele veio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RF ruim x RF melhorado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ruim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gerenciar bem os pedidos.”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Vago: “gerenciar bem” não é testável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Versão melhorada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permitir alterar um pedido enquanto não confirmado.”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Objetivo, atômico e verificável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Requisito Não-Funcional (RNF)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Descreve como o sistema se comporta — não uma funcionalidade, uma qualidade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Categorias: desempenho, segurança, usabilidade, disponibilidade, confiabilidade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Geralmente precisa de medição para ser verificado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 por categoria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Exemplos (parte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Desempenho: confirmar pagamento em até 3s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Segurança: dados de cartão/PIX criptografados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Usabilidade: finalizar pedido em até 4 toques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Exemplos (parte 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Disponibilidade: sistema no ar 99,5% do tempo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Confiabilidade: nunca perder um pedido já pago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RNF: mais categorias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Manutenibilidade: corrigir um bug simples em até 1 dia de trabalho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Portabilidade: funcionar em Android e iOS sem mudar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Escalabilidade: suportar 3x o volume em datas de alta demanda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Pegadinhas comuns: RF x RNF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É RF quando...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sistema deve permitir login com e-mail e senha.”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Descreve uma ação/funcionalidade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É RNF quando...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“O login deve responder em até 2 segundos.”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Descreve uma qualidade do comportamento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Técnicas de Análise de Requisitos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Como descobrir o que o sistema precisa fazer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Técnicas de análise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Entrevista — conversa guiada com o stakeholder; a mais usada para entender regras em profundidade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Questionário — perguntas padronizadas para muitas pessoas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Observação — acompanhar o usuário no trabalho real, sem interferir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Técnicas de análise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Brainstorming — geração coletiva de ideias em grupo, útil nas fases iniciais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Prototipação — validar entendimento com uma versão simples antes de desenvolver de verdade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Mais técnicas: documentos e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Análise de documentos — estudar manuais, contratos e sistemas legados já existentes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Workshop (JAD) — reunião estruturada com vários stakeholders ao mesmo tempo, com facilitador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Vantagem do JAD: reduz idas e vindas entre entrevistas separadas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Qual técnica usar em cada situação?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Tema sensível, poucos stakeholders → Entrevista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Centenas de usuários espalhados → Questionário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Usuário não sabe explicar, só faz → Observação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Regras existem mas não documentadas → Análise de documentos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Muitos decisores, prazo curto → Workshop (JAD)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Role-play: entrevista de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Formem duplas: “dono do negócio” e “analista”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analista tenta redescobrir 2-3 regras sem consultar o material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Troquem os papéis na segunda metade do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30 minutos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Transformar as 8 regras da TechBurger em Requisitos Funcionais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Propor pelo menos 4 Requisitos Não-Funcionais com categoria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Usar a tabela da Apostila, seção 5.2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45 minutos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RF segue o padrão “o sistema deve...”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RF é verificável (dá para testar)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4 RNF propostos, com categorias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 e RNF não foram confundidos entre si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Requisito Funcional (RF) — descreve o que o sistema deve fazer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Requisito Não-Funcional (RNF) — descreve como o sistema deve se comportar (qualidade)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Stakeholder — pessoa ou grupo interessado ou afetado pelo sistema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Verificável — característica de um requisito que pode ser testada/comprovada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Qual a diferença entre requisito funcional e não funcional?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Cite três técnicas de análise de requisitos e quando cada uma é mais indicada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Dê um exemplo de RNF de segurança para um sistema de pagamentos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Por que um requisito precisa ser “verificável”?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Funcional x Requisito Não-Funcional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Técnicas de análise de requisitos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transformar regras de negócio em requisitos verificáveis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(11/09): Modelagem de Sistemas, ferramentas e introdução à UML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