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3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Modelagem de Sistemas e Introdução à UML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11/09/2026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08:15  Modelagem de Sistemas: definição e motivação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Tipos de modelo e características de um bom modelo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09:30  Ferramentas de modelagem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10:00  Prática guiada: primeiro diagrama no draw.io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10:00 – 10:30  Visão geral da UML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10:30 – 11:30  Atividade prática e correção coletiva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Antes de escrever a primeira linha de código,
como garantir que toda a equipe entende o mesmo sistema do mesmo jeito?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Modelagem de Sistemas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Representar o sistema antes de construí-lo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Modelagem de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Representar, por meio de modelos, o funcionamento de um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modelo é sempre uma simplificação da realidade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Corrigir um erro no modelo é bem mais barato que corrigir código pronto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Analogia: a planta do engenheiro civil antes da obra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Tipos de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Estrutural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Representa o que existe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Classes, objetos, componentes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estática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Comportamental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Representa o que acontece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Casos de uso, atividades, sequência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dinâmica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Características de um bom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Abstração — mostra só o que importa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Clareza — qualquer stakeholder entende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Consistência — não se contradiz entre diagramas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Nível de detalhe adequado ao público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DA TEORIA À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Ferramentas de Modelagem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 o que vamos desenhar os diagramas da disciplina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Ferramentas de modelagem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draw.io / diagrams.net — gratuita, no navegador (vamos usar nesta disciplina)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StarUML e Astah — dedicadas a UML, com validação de notação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Lucidchart — colaborativa, baseada em nuvem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Prática guiada: primeiro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Abrir o draw.io (diagrams.net) no navegador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Reproduzir o exemplo do professor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Salvar/exportar o próprio arquivo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Esse arquivo será a base para as próximas aulas de UML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PANORAMA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 Linguagem UML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Unified Modeling Language — o padrão para modelar sistemas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Diagramas UML que veremos na 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Casos de Uso (comportamental) — Aula 4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 (estrutural) — Aulas 5 e 6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Atividades (comportamental) — Aula 7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Sequência (comportamental) — Aula 8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Outros diagramas UML existem (Objetos, Componentes, Implantação) — vistos hoje de forma panorâmica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prática: classificando diagramas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Ler 6 descrições de diagramas na Apostila (seção 5.2)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Classificar cada um como Estrutural ou Comportamental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Identificar o nome do diagrama UML correspondente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30 minutos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Pistas para identificar cada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Bonecos fora de um retângulo → Casos de Uso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Losangos de decisão → Atividades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Linhas verticais tracejadas (linha de vida) → Sequência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Atributos com valores preenchidos → Objetos (não Classes)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Módulos conectados indicando distribuição em servidores → Implantação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Modelo — representação simplificada de um sistema, mostrando o que importa para um propósito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UML — Unified Modeling Language, a linguagem padrão para modelar sistemas orientados a objetos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Modelo estrutural — representa o que existe no sistema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Modelo comportamental — representa o que acontece no sistema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O que é modelagem de sistemas e por que é feita antes/durante o desenvolvimento?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Diferencie modelo estrutural de comportamental, com um exemplo de cada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Cite duas características de um bom modelo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Cite três diagramas UML que estudaremos e classifique cada um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é modelagem de sistemas e por que ela importa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Modelos estruturais x comportamentais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Ferramentas de modelagem, com foco no draw.io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Panorama da UML e dos diagramas que veremos na disciplina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(18/09): Diagrama de Casos de Uso, aplicado ao TechBurger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