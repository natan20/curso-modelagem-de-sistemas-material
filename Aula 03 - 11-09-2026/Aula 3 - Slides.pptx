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3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Sistemas e Introdução à UML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11/09/2026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Modelagem de Sistemas: definição e motivação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Tipos de modelo e características de um bom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Ferramentas de modelagem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Prática guiada: primeiro diagrama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10:30  Visão geral da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10:30 – 11:30  Atividade prática e correção coletiva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como garantir que toda a equipe entende o mesmo sistema do mesmo jeito?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Modelagem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Representar o sistema antes de construí-lo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Representar, por meio de modelos, o funcionamento de um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modelo é sempre uma simplificação da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erro no modelo é bem mais barato que corrigir código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Analogia: a planta do engenheiro civil antes da obra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existe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Classes, objetos, componentes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estática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Casos de uso, atividades,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dinâmica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Características de um bom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Abstração — mostra só o que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qualquer stakeholder entende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não se contradiz entre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Nível de detalhe adequado ao público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DA TEORIA À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 o que vamos desenhar os diagramas da disciplina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/ diagrams.net — gratuita, no navegador (vamos usar nesta disciplina)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StarUML e Astah — dedicadas a UML, com validação de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Lucidchart — colaborativa, baseada em nuvem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do professor: fluxograma “Pedir uma pizza”</a:t>
            </a:r>
          </a:p>
        </p:txBody>
      </p:sp>
      <p:pic>
        <p:nvPicPr>
          <p:cNvPr id="12" name="Picture 11" descr="exemplo_fluxograma_pedir_pizz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000" y="3050000"/>
            <a:ext cx="9690000" cy="51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Reproduzido ao vivo no draw.io — este é o diagrama que vocês vão refazer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Prática guiada: primeiro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Abrir o draw.io (diagrams.net) no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Reproduzir o exemplo do professor (slide anterior)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Salvar/exportar o próprio arquivo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arquivo será a base para as próximas aulas de UML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PANORAMA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Linguagem UML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Unified Modeling Language — o padrão para modelar sistemas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Diagramas UML que veremos na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(comportamental) —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(estrutural) —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(comportamental) —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(comportamental) — Aula 8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Outros diagramas UML existem (Objetos, Componentes, Implantação) — vistos hoje de forma panorâmica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prática: classificando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6 descrições de diagramas na Apostila (seção 5.2)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Classificar cada um como Estrutural ou Comportamental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Identificar o nome do diagrama UML correspondente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identificar cada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Bonecos fora de um retângulo →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Losangos de decisão → Atividades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verticais tracejadas (linha de vida) → Sequência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Atributos com valores preenchidos → Objetos (não Classes)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Módulos conectados indicando distribuição em servidores → Implantação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— representação simplificada de um sistema, mostrando o que importa para um propósito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UML — Unified Modeling Language, a linguagem padrão para modelar sistemas orientados a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estrutural — representa o que existe no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comportamental — representa o que acontece no sistema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modelagem de sistemas e por que é feita antes/durante o desenvolvimento?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modelo estrutural de comportamental,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duas características de um bom modelo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três diagramas UML que estudaremos e classifique cada um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é modelagem de sistemas e por que ela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estruturais x comportamentais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Ferramentas de modelagem, com foco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Panorama da UML e dos diagramas que veremos na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(18/09): Diagrama de Casos de Uso, aplicado ao TechBurger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