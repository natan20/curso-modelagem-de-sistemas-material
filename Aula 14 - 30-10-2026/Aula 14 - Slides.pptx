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299" r:id="rId20"/>
    <p:sldId id="300" r:id="rId21"/>
    <p:sldId id="301" r:id="rId22"/>
    <p:sldId id="302" r:id="rId23"/>
    <p:sldId id="303" r:id="rId24"/>
    <p:sldId id="304" r:id="rId25"/>
    <p:sldId id="305" r:id="rId26"/>
    <p:sldId id="306" r:id="rId27"/>
    <p:sldId id="307" r:id="rId28"/>
    <p:sldId id="308" r:id="rId29"/>
    <p:sldId id="309" r:id="rId30"/>
    <p:sldId id="310" r:id="rId31"/>
    <p:sldId id="311" r:id="rId32"/>
    <p:sldId id="312" r:id="rId33"/>
    <p:sldId id="313" r:id="rId34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14</a:t>
            </a:r>
          </a:p>
          <a:p>
            <a:pPr>
              <a:spcAft>
                <a:spcPts val="1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Modelagem de Negócios — Business Model Canvas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Turma 103513  ·  30/10/2026  ·  07:30–11:30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07:30 – 08:15  Retomada + o que é o Business Model Canvas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08:15 – 09:00  Os 9 blocos do Canvas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09:00 – 09:15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09:15 – 09:45  Como preencher o Canvas na prática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09:45 – 10:00  Retomada do cenário TechBurger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10:00 – 10:50  Atividade prática: Canvas do TechBurger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10:50 – 11:30  Apresentação de grupos e encerramento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até aqui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de negócio → Requisitos → Modelagem UML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Fundamentos de UX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Conectividade e Interoperabilidade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Organização de dados e Ciclo PDCA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Hoje: olhar o negócio inteiro, de forma visual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60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3700" b="1" i="0">
                <a:solidFill>
                  <a:srgbClr val="1F497D"/>
                </a:solidFill>
                <a:latin typeface="Calibri"/>
              </a:rPr>
              <a:t>Como descrever um negócio inteiro — clientes, valor, receita, custos —
em uma única página, sem escrever um plano de negócios de 40 páginas?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590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Vamos discutir antes de começar…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MODELAGEM DE NEGÓCIOS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Business Model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O modelo de negócio inteiro em uma página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é o Business Model Canvas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Ferramenta visual de uma página que descreve como um negócio cria, entrega e captura valor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Criado por Alexander Osterwalder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Visual, colaborativo e rápido de revisar — diferente de um plano de negócios tradicional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Usado para novos negócios ou para entender melhor um negócio já existente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Os 9 blocos — visão geral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Segmentos de Clientes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Proposta de Valor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Canais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Relacionamento com Clientes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Fontes de Receita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Recursos Principais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Atividades-Chave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Parcerias Principais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Estrutura de Custos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Os 9 blocos (1/3)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Segmentos de Clientes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Quem são os grupos de pessoas ou organizações que o negócio busca atender.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Proposta de Valor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 que o negócio oferece de único/valioso para resolver o problema do cliente.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Os 9 blocos (2/3)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Canais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Como a proposta de valor chega até o cliente: comunicação, distribuição, venda.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Relacionamento com Clientes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Que tipo de relação o negócio estabelece com cada segmento de cliente.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Os 9 blocos (3/3)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Fontes de Receita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Como o negócio ganha dinheiro com cada segmento de cliente.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Recursos Principais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Os ativos mais importantes para o modelo de negócio funcionar.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 mais dois blocos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Atividades-Chave: As ações mais importantes que o negócio precisa executar para entregar valor.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Parcerias Principais: A rede de fornecedores e parceiros que otimiza o modelo de negócio.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Estrutura de Custos: Os custos mais relevantes para operar o modelo de negócio.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Como preencher na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1º Segmentos de Clientes e Proposta de Valor — o coração do modelo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2º Canais e Relacionamento com Clientes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3º Fontes de Receita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4º Recursos, Atividades-Chave e Parcerias Principais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5º Estrutura de Custos — por último, conectado aos blocos anteriores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Erros comuns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Proposta de valor genérica demais (“bom atendimento”)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Confundir canal com relacionamento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Preencher custos sem conexão com recursos/atividades citados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Relembrando o TechBurger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8 regras de negócio (Aula 1): valor mínimo no app, fidelidade, pagamento antes da cozinha,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desconto PIX, raio de entrega, substituição de item, pedidos grandes, bloqueio por cancelamento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Em qual bloco do Canvas cada regra se encaixa melhor?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Grupos de 3 a 4 pessoas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Preencher os 9 blocos do Canvas do TechBurger (Apostila, seção 4)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Não existe resposta única — busquem coerência entre os blocos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50 minutos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9 blocos foram preenchidos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blocos fazem sentido entre si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Pelo menos 2-3 regras de negócio da Aula 1 foram conectadas a algum bloco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proposta de valor evita generalidades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Glossário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Business Model Canvas — ferramenta visual de uma página para descrever um modelo de negócio em 9 blocos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Proposta de Valor — o que torna a oferta do negócio única/valiosa para o cliente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Segmento de Cliente — grupo de pessoas/organizações com necessidades semelhantes que o negócio busca atender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Modelo de Negócio — a lógica de como uma organização cria, entrega e captura valor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1. O que é o Business Model Canvas e para que ele serve?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2. Cite os 9 blocos do Canvas.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3. Qual a diferença entre “Canais” e “Relacionamento com Clientes”?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4. Por que a Estrutura de Custos deve ser preenchida por último?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que é o Business Model Canvas e para que serve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9 blocos e como se conectam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Como preencher o Canvas na prática, evitando erros comuns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Canvas completo do TechBurger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Próxima aula (05/11): Iniciativa e Autonomia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5"/>
          <p:cNvSpPr txBox="1"/>
          <p:nvPr/>
        </p:nvSpPr>
        <p:spPr>
          <a:xfrm>
            <a:off x="10078328" y="5200000"/>
            <a:ext cx="7629482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 b="0" i="0">
                <a:solidFill>
                  <a:srgbClr val="FFFFFF"/>
                </a:solidFill>
                <a:latin typeface="Calibri"/>
              </a:rPr>
              <a:t>Até a próxima aula!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