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14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Modelagem de Negócios — Business Model Canvas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30/10/2026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Retomada + o que é o Business Model Canvas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09:00  Os 9 blocos do Canvas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09:45  Como preencher o Canvas na prática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09:45 – 10:00  Retomada do cenário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10:00 – 10:50  Atividade prática: Canvas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10:50 – 11:30  Apresentação de grupos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até aqui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 → Requisitos → Modelagem UML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Fundamentos de UX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Conectividade e Interoperabilidade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Organização de dados e Ciclo PDCA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olhar o negócio inteiro, de forma visual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Como descrever um negócio inteiro — clientes, valor, receita, custos —
em uma única página, sem escrever um plano de negócios de 40 páginas?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MODELAGEM DE NEGÓCIOS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Business Model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modelo de negócio inteiro em uma página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o Business Model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Ferramenta visual de uma página que descreve como um negócio cria, entrega e captura valor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Criado por Alexander Osterwalder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Visual, colaborativo e rápido de revisar — diferente de um plano de negócios tradicional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Usado para novos negócios ou para entender melhor um negócio já existente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9 blocos — a grade real do Canvas</a:t>
            </a:r>
          </a:p>
        </p:txBody>
      </p:sp>
      <p:pic>
        <p:nvPicPr>
          <p:cNvPr id="12" name="Picture 11" descr="canvas_grade_vaz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455" y="3050000"/>
            <a:ext cx="8809090" cy="51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0000" y="8250000"/>
            <a:ext cx="16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1">
                <a:solidFill>
                  <a:srgbClr val="333333"/>
                </a:solidFill>
                <a:latin typeface="Calibri"/>
              </a:rPr>
              <a:t>O Canvas é preenchido nessa grade espacial, não numa lista — é assim que vai para o quadro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9 blocos (1/3)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Segmentos de Clientes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Quem são os grupos de pessoas ou organizações que o negócio busca atender.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Proposta de Valor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que o negócio oferece de único/valioso para resolver o problema do cliente.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9 blocos (2/3)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Como a proposta de valor chega até o cliente: comunicação, distribuição, venda.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Relacionamento com Clientes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Que tipo de relação o negócio estabelece com cada segmento de cliente.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9 blocos (3/3)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Fontes de Receita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Como o negócio ganha dinheiro com cada segmento de cliente.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Recursos Principais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Os ativos mais importantes para o modelo de negócio funcionar.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 mais dois blocos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Atividades-Chave: As ações mais importantes que o negócio precisa executar para entregar valor.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Parcerias Principais: A rede de fornecedores e parceiros que otimiza o modelo de negócio.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Estrutura de Custos: Os custos mais relevantes para operar o modelo de negócio.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preencher na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1º Segmentos de Clientes e Proposta de Valor — o coração do 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2º Canais e Relacionamento com Clientes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3º Fontes de Receita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4º Recursos, Atividades-Chave e Parcerias Principais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5º Estrutura de Custos — por último, conectado aos blocos anteriores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Proposta de valor genérica demais (“bom atendimento”)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canal com relacionamento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Preencher custos sem conexão com recursos/atividades citados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 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8 regras de negócio (Aula 1): valor mínimo no app, fidelidade, pagamento antes da cozinha,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desconto PIX, raio de entrega, substituição de item, pedidos grandes, bloqueio por cancelamento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Em qual bloco do Canvas cada regra se encaixa melhor?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Preencher os 9 blocos do Canvas do TechBurger (Apostila, seção 4)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existe resposta única — busquem coerência entre os blocos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50 minutos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9 blocos foram preenchidos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blocos fazem sentido entre si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2-3 regras de negócio da Aula 1 foram conectadas a algum bloco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proposta de valor evita generalidades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Canvas de referência: TechBurger</a:t>
            </a:r>
          </a:p>
        </p:txBody>
      </p:sp>
      <p:pic>
        <p:nvPicPr>
          <p:cNvPr id="12" name="Picture 11" descr="canvas_techburger_preenchi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455" y="3050000"/>
            <a:ext cx="8809090" cy="51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0000" y="8250000"/>
            <a:ext cx="16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1">
                <a:solidFill>
                  <a:srgbClr val="333333"/>
                </a:solidFill>
                <a:latin typeface="Calibri"/>
              </a:rPr>
              <a:t>Uma resposta possível entre várias coerentes — comparem com o que cada grupo preencheu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Business Model Canvas — ferramenta visual de uma página para descrever um modelo de negócio em 9 blocos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Proposta de Valor — o que torna a oferta do negócio única/valiosa para o cliente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Segmento de Cliente — grupo de pessoas/organizações com necessidades semelhantes que o negócio busca atender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Modelo de Negócio — a lógica de como uma organização cria, entrega e captura valor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é o Business Model Canvas e para que ele serve?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os 9 blocos do Canvas.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Qual a diferença entre “Canais” e “Relacionamento com Clientes”?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a Estrutura de Custos deve ser preenchida por último?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é o Business Model Canvas e para que serve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9 blocos e como se conectam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preencher o Canvas na prática, evitando erros comuns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Canvas completo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(05/11): Iniciativa e Autonomia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