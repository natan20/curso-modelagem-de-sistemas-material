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18</a:t>
            </a:r>
          </a:p>
          <a:p>
            <a:pPr>
              <a:spcAft>
                <a:spcPts val="1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Projeto Integrador P3 — Atividades, Sequência e Canvas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13/11/2026  ·  07:30–11:30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– 07:45  Abertura e recapitulação do projeto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07:45 – 08:10  Revisão: atividades e sequência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08:10 – 09:05  Diagrama de atividades do próprio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09:05 – 09:20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09:20 – 10:10  Diagrama de sequência do próprio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10:10 – 10:25  Revisão: Business Model Canvas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10:25 – 11:15  Montagem do Canvas do próprio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11:15 – 11:30  Checkpoint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PROJETO INTEGRADOR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Etapa P3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Atividades, Sequência e Business Model Canvas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Onde vocês estão no 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16: regra de negócio e requisitos do sistema escolhido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17: casos de uso e diagrama de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 (Aula 18): atividades, sequência e Canvas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19: UX, interoperabilidade e revisão geral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20: apresentação final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Diagrama de Atividades —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Escolham UM fluxo-chave (um caso de uso da Aula 17)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Início e fim claros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Pelo menos 2 pontos de decisão coerentes com as regras do grupo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Raias para cada ator/sistema envolvido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Ações descritas com verbo no infinitivo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Diagrama de Sequência —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Objetos coerentes com as classes da Aula 17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Ordem das mensagens bate com o diagrama de atividades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Mensagens com nome de método claro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Retornos indicados quando fizer sentido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60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700" b="1" i="0">
                <a:solidFill>
                  <a:srgbClr val="1F497D"/>
                </a:solidFill>
                <a:latin typeface="Calibri"/>
              </a:rPr>
              <a:t>Os dois diagramas de hoje
precisam contar a MESMA história.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590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Atividades = processo · Sequência = interação entre objetos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MODELAGEM DE NEGÓCIO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Business Model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Agora o nível é o NEGÓCIO, não o sistema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9 blocos do Canvas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Lado do cliente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Proposta de Valor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Segmentos de Clientes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Canais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Relacionamento com Clientes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Fontes de Receita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Lado da operação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Recursos Principais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Atividades-Chave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Parcerias Principais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Estrutura de Custos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onde começar o Canvas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1. Proposta de Valor — que problema resolvemos?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2. Segmentos de Clientes — para quem?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3. Os outros 7 blocos ficam mais fáceis depois desses dois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Trabalho em grupo —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08:10 – 09:05  Diagrama de atividades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09:20 – 10:10  Diagrama de sequência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10:25 – 11:15  Business Model Canvas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Professor circula com o checklist da Apostila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Checkpoint final (11:15 – 11:30)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grupo mostra em 1-2 min o que produziu hoje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Feedback rápido do professor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Pontos de atenção anotados para a Aula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Próxima aula (17/11)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UX: persona e wireframe do próprio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Interoperabilidade: mapa de integrações e RNFs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Revisão geral de todo o projeto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Preparação para a apresentação da Aula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10078328" y="5200000"/>
            <a:ext cx="762948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Bom trabalho hoje!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