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5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Classes I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24/09/2026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07:45  Abertura e retomada da Aula 4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– 08:15  Elementos do Diagrama de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Identificando classes candidatas a partir de um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09:30  Relacionamentos básicos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10:15  Exemplo guiado: Cliente e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10:15 – 11:00  Atividade prática em grupo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11:00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Depois de saber O QUE o sistema faz (casos de uso),
como descrevemos DO QUE ele é feito por dentro?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Aula 4 para 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Aula 4 modelamos o Diagrama de Casos de Uso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modelamos a estrutura interna que sustenta aqueles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Passamos do “o que o sistema faz” para “do que o sistema é feito”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Classe: representa um conjunto de objetos com características e comportamentos em comum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Notação: retângulo dividido em 3 partes — nome, atributos,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Atributos: características/dados da classe (ex.: nome, preco)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Métodos: comportamentos/ações que a classe pode executar (ex.: calcularValorTotal())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+  Público — acessível de qualquer lugar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-  Privado — acessível só de dentro da própria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#  Protegido — acessível pela classe e suas subclasses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Identificando classes candidatas a partir de um texto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prática: releia a descrição do sistema e sublinhe os substantivos relevantes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Muitos desses substantivos viram classes candidatas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Nem todo substantivo vira classe — descarte detalhes irrelevantes e sinônimos repetidos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texto do TechBurger: “cliente”, “pedido”, “produto”, “pagamento” são fortes candidatos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básicos entre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— relação simples entre classes (linha reta)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Agregação — “todo-parte” fraca: a parte pode existir sem 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Composição — “todo-parte” forte: a parte não existe sem 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— “é um tipo de” (seta com ponta triangular vazada)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Agregação x Composição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Agregação (fraca)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Losango vazado no lado do todo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aparece no diagrama do TechBurger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 genérico: Turma e seus Alunos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Composição (forte)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Losango preenchido no lado do todo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ItemPedido não existe sem Pedido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Relação usada no diagrama de hoje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Herança no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é a classe mais geral (nome, cargo)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e Gerente são tipos de Funcionario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Seta com ponta triangular vazada, apontando para a classe mais geral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Classes Cliente e Pedido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Vamos desenhar juntos, ao vivo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Cliente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nome, cpf, pontosFidelidade, qtdCancelamentosMes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acumularPontos(), resgatarCombo()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Pedido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numero, dataHora, valorTotal, status, tipoEntrega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calcularValorTotal(), confirmar()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— Classes candidatas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Cliente, Pedido, ItemPedido,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Pagamento, Entrega, Funcionario (com Atendente e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 lista completa de atributos e métodos na Apostila, seção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Desenhar, em grupo, 4-5 classes do TechBurger com atributos, métodos e visibilidade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 pelo menos 1 relação de herança (Funcionario → Atendente,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 pelo menos 1 relação de composição (Pedido — ItemPedido)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45 minutos — depois, correção coletiva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agregação com composição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a visibilidade dos atributos e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 um atributo como se fosse uma classe separada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apontando na direção errada (deve apontar para a classe mais geral)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Classe — molde que define atributos e métodos comuns a um conjunto de objetos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Atributo — característica/dado de uma classe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Método — comportamento/ação que uma classe pode executar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Visibilidade — quem pode acessar um atributo/método (+ público, - privado, # protegido)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1. Quais são as 3 partes de uma classe na notação UML?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2. Diferencie agregação de composição — qual delas o TechBurger usa?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3. O que significa o símbolo “-” antes de um atributo?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4. Cite duas classes candidatas identificadas a partir do texto do TechBurger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 do Diagrama de Classes: classe, atributos, métodos, visibilidade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de identificação de classes candidatas a partir de um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Relacionamentos básicos: associação, agregação, composição, herança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(25/09): Diagrama de Classes II — cardinalidade e diagrama completo do TechBurger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