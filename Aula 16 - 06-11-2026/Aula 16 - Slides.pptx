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305" r:id="rId26"/>
    <p:sldId id="306" r:id="rId27"/>
    <p:sldId id="307" r:id="rId28"/>
    <p:sldId id="308" r:id="rId29"/>
  </p:sldIdLst>
  <p:sldSz cx="18288000" cy="10287000"/>
  <p:notesSz cx="6858000" cy="9144000"/>
  <p:embeddedFontLst>
    <p:embeddedFont>
      <p:font typeface="Unbounded 1 Ultra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0" Type="http://schemas.openxmlformats.org/officeDocument/2006/relationships/font" Target="fonts/font1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00000" y="2650000"/>
            <a:ext cx="720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 i="0">
                <a:solidFill>
                  <a:srgbClr val="B8CCE8"/>
                </a:solidFill>
                <a:latin typeface="Calibri"/>
              </a:rPr>
              <a:t>Aula 16</a:t>
            </a:r>
          </a:p>
          <a:p>
            <a:pPr>
              <a:spcAft>
                <a:spcPts val="1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Projeto Integrador — Parte 1: Regra de Negócio e Requisitos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Técnico em Desenvolvimento de Sistemas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Turma 103513  ·  06/11/2026  ·  07:30–11:30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Agenda da aula (4h)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07:30 – 08:00  Abertura + recap Regra de Negócio/Requisitos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08:00 – 08:45  Rubrica do projeto + formação dos grupos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08:45 – 09:00  Roteiro de perguntas para levantar regras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09:00 – 09:15  Intervalo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09:15 – 10:15  Atividade: regras de negócio do seu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10:15 – 11:00  Atividade: requisitos do seu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11:00 – 11:30  Mentoria e encerramento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PROJETO INTEGRADOR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Aplicando tudo o que você aprendeu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Agora é a vez do sistema escolhido pelo seu grupo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é o Projeto Integrador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4 aulas de desenvolvimento (16 a 19) + apresentação na Aula 20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Mesmo “pacote” construído para o TechBurger ao longo do curso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Só que agora: o sistema escolhido pelo seu grupo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Cronograma do projeto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Aula 16 (hoje): sistema + regras de negócio + requisitos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Aula 17: diagrama de casos de uso + diagrama de classes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Aula 18: diagrama de atividades/sequência + Business Model Canvas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Aula 19: UX + interoperabilidade + revisão geral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Aula 20: apresentação do projeto completo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Como o projeto será avaliado (nota final, 100 pts)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Regra de negócio e requisitos — 20%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Diagramas UML (casos de uso, classes, atividades/sequência) — 30%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Business Model Canvas — 15%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Proposta de UX (persona e wireframe) — 15%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Domínio do grupo ao apresentar — 20%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Recap rápido — Regra de Negócio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Condição → Ação → Exceção (Aula 1)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Existe independente de sistema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Recap rápido — Requisitos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Requisito Funcional: o que o sistema faz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Requisito Não Funcional: como o sistema se comporta (Aula 2)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Escolhendo o sistema do seu grupo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Não pode ser TechBurger nem EcoBike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Precisa ter regras de negócio claras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Precisa ser viável de modelar em 4 aulas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Sugestões de tema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Petshop (agendamento de banho/tosa, venda de produtos)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Clínica de estética ou consultório (agendamento de consultas/procedimentos)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Biblioteca (empréstimo e devolução de livros)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Oficina mecânica (ordens de serviço, orçamento)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Loja de roupas (venda física e online, trocas)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Salão de beleza (agendamento de serviços, fidelidade)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Academia (matrícula, planos, controle de acesso)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Roteiro de perguntas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Quem são os clientes/usuários e o que eles podem fazer?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Existe valor mínimo, limite de quantidade ou prazo?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Existe fidelidade, desconto ou benefício automático?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que precisa acontecer antes de uma ação ser liberada?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Existem exceções ou casos especiais?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Que decisões o sistema toma de forma automática?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Atividade prática — Regras de negócio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Levantar pelo menos 6 regras de negócio do sistema escolhido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Estrutura: Condição / Ação / Exceção / Objetivo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Usar a tabela da Apostila, seção 5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Tempo: 60 minutos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Atividade prática — Requisitos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Traduzir cada regra em requisito funcional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Propor pelo menos 4 requisitos não funcionais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Usar a tabela da Apostila, seção 6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Tempo: 45 minutos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vem na Aula 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Trazer as regras e requisitos revisados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Construir o diagrama de casos de uso do seu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Construir o diagrama de classes do seu sistema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60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5"/>
          <p:cNvSpPr txBox="1"/>
          <p:nvPr/>
        </p:nvSpPr>
        <p:spPr>
          <a:xfrm>
            <a:off x="10078328" y="5200000"/>
            <a:ext cx="7629482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solidFill>
                  <a:srgbClr val="FFFFFF"/>
                </a:solidFill>
                <a:latin typeface="Calibri"/>
              </a:rPr>
              <a:t>Bom trabalho! Até a próxima aula.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2</Words>
  <Application>Microsoft Office PowerPoint</Application>
  <PresentationFormat>Personalizar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Unbounded 1 Ultra-Bold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Ana Claudia Conceição</cp:lastModifiedBy>
  <cp:revision>13</cp:revision>
  <dcterms:created xsi:type="dcterms:W3CDTF">2006-08-16T00:00:00Z</dcterms:created>
  <dcterms:modified xsi:type="dcterms:W3CDTF">2025-01-30T12:04:47Z</dcterms:modified>
  <dc:identifier>DAGGnDa8uXQ</dc:identifier>
</cp:coreProperties>
</file>