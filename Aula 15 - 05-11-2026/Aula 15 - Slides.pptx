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15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Iniciativa e Autonomia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05/11/2026  ·  07:30–11:30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– 08:15  Abertura + Iniciativa: formas de demonstrar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08:15 – 08:45  Autonomia: definição e equilíbrio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08:45 – 09:15  Consequências favoráveis e desfavoráveis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09:15 – 09:30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09:30 – 10:00  Apresentação dos 4 dilemas profissionais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10:00 – 10:50  Atividade prática: discussão em grupo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10:50 – 11:30  Apresentação das decisões e encerramento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60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700" b="1" i="0">
                <a:solidFill>
                  <a:srgbClr val="1F497D"/>
                </a:solidFill>
                <a:latin typeface="Calibri"/>
              </a:rPr>
              <a:t>Lembram de uma situação em que
tomar a iniciativa fez diferença?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90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Vamos discutir antes de começar…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COMPETÊNCIAS SOCIOEMOCIONAIS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Iniciativa e Autonomia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Menos técnica, mais sobre como agir no dia a dia da equipe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Iniciativa — formas de demonstrar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Antecipar problemas antes que virem crise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Propor soluções, não só apontar erros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Buscar conhecimento por conta própria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Assumir responsabilidade sem esperar ser cobrado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Iniciativa gera 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Destrava bloqueios da equipe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Evita retrabalho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Antecipa entregas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Propõe melhorias que ninguém tinha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Mas: iniciativa não é agir escondido — é agir mantendo a equipe informada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Autonomia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Capacidade de tomar decisões e agir sem depender de aprovação constante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é trabalhar isolado — é saber até onde decidir sozinho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conquista: cresce com a confiança da equipe/gestor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Consequências da autonomia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Favoráveis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Agilidade nas decisões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Protagonismo e senso de dono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Aprendizado mais rápido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Menos gargalo esperando aprovação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Desfavoráveis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Retrabalho por decisão isolada errada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Quebra de padrões da equipe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Riscos de segurança/qualidade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Decisão importante sem alinhamento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800" b="0" i="0">
                <a:solidFill>
                  <a:srgbClr val="333333"/>
                </a:solidFill>
                <a:latin typeface="Calibri"/>
              </a:rPr>
              <a:t>•  Quanto maior o risco ou impacto da decisão,</a:t>
            </a:r>
          </a:p>
          <a:p>
            <a:pPr>
              <a:spcAft>
                <a:spcPts val="1600"/>
              </a:spcAft>
            </a:pPr>
            <a:r>
              <a:rPr sz="2800" b="0" i="0">
                <a:solidFill>
                  <a:srgbClr val="333333"/>
                </a:solidFill>
                <a:latin typeface="Calibri"/>
              </a:rPr>
              <a:t>•  mais vale a pena buscar alinhamento antes de agir sozinho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Dilema 1 — A falha fora do escopo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Durante os testes do seu módulo, você percebe uma falha crítica de segurança em outra parte do sistema, que não é da sua responsabilidade direta. Ninguém mais parece ter notado.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Dilema 2 — O prazo apertado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Faltam 2 dias para a entrega do projeto e, no ritmo atual, o cronograma não vai ser cumprido. Você percebe que pular uma etapa de testes deixaria tudo dentro do prazo.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Dilema 3 — O erro que já foi para produção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Você percebe que cometeu um erro em uma alteração que já foi publicada em produção há dois dias. Ninguém reportou problemas ainda.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Dilema 4 — A decisão sem o gestor por perto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Seu gerente está de férias e surge uma decisão importante, com um cliente esperando resposta ainda hoje, que normalmente seria dele a tomar.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Grupos de 3 a 4 pessoas, cada um com 1-2 dilemas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Identificar a forma de iniciativa envolvida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Listar consequências favoráveis e desfavoráveis de cada caminho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Decidir e justificar a decisão do grupo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50 minutos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grupo identificou a forma de iniciativa em jogo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Consequências favoráveis e desfavoráveis foram consideradas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decisão final é coerente com a análise feita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Todos os integrantes participaram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•  Iniciativa — agir diante de um problema ou oportunidade sem esperar ser mandado</a:t>
            </a:r>
          </a:p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•  Autonomia — capacidade de tomar decisões e agir sem depender de aprovação constante</a:t>
            </a:r>
          </a:p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•  Protagonismo — postura de assumir responsabilidade ativa pelos próprios resultados</a:t>
            </a:r>
          </a:p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•  Alinhamento — compartilhar informação/decisão com a equipe antes ou durante uma ação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1. Cite três formas de demonstrar iniciativa no trabalho.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2. O que é autonomia, e por que ela não significa “trabalhar isolado”?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3. Cite uma consequência favorável e uma desfavorável da autonomia.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4. Quando vale mais a pena buscar alinhamento antes de agir sozinho?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Formas de demonstrar iniciativa e sua relação com resultado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Autonomia e o equilíbrio com o trabalho em equipe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Consequências favoráveis e desfavoráveis da autonomia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Análise de dilemas profissionais reais de TI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(06/11): início do Projeto Integrador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Até a próxima aula!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