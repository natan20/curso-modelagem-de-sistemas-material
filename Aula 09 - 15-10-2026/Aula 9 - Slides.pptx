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9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Revisão Integradora UML — Estudo de Caso EcoBike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15/10/2026  ·  07:30–11:30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08:00  Apresentação do desafio + leitura do cenário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08:00 – 09:10  Casos de Uso e Classes (cronometrado)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09:10 – 09:25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09:25 – 10:35  Atividades e Sequência (cronometrado)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10:35 – 11:30  Correção coletiva e encerramento do bloco UML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Vocês já modelaram o TechBurger nos 4 diagramas.
Conseguem repetir isso sozinhos, num sistema novo, contra o relógio?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É esse o teste de hoje…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DESAFIO INTEGRADOR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EcoBike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Aplicando os 4 diagramas UML em um cenário novo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cenário EcoBike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Loja de venda de bicicletas e serviços de manutenção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Cliente agenda manutenção; mecânico avalia e gera orçamento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Cliente precisa aprovar o orçamento antes do serviço começar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Depois do serviço, cliente retira a bike e paga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Desafio: 4 diagramas, tempo cronometrado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Casos de Uso — 35 min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Classes — 35 min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Atividades — 35 min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Sequência — 35 min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Mesmos grupos, mesmo cenário, ritmo do Projeto Integrador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Dicas para trabalhar rápido e bem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Sublinhem verbos (ações) e substantivos (classes/atores) no texto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Completem o diagrama inteiro antes de refinar detalhes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Usem os diagramas do TechBurger como referência de FORMATO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DIAGRAMA 1 DE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Casos de Uso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Atores e funcionalidades do EcoBike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Casos de Uso — comece por aqui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Atores: Cliente, Mecânico, Gerente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Comprar Bicicleta; Agendar Manutenção; Avaliar Bicicleta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Gerar Orçamento «extend» de Avaliar Bicicleta; Aprovar Orçamento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Realizar Serviço; Retirar Bicicleta; Efetuar Pagamento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Gerenciar Estoque (Gerente)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DIAGRAMA 2 DE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Classes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Estrutura de dados do EcoBike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Classes — resposta-modelo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Cliente 1 —— * OrdemServico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OrdemServico * —— 1 Bicicleta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OrdemServico 1 —— 0..1 Orcamento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OrdemServico * —— 1 Mecanico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OrdemServico 1 —— 0..1 Pagamento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DIAGRAMAS 3 E 4 DE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Atividades e Sequência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O mesmo fluxo, sob dois ângulos diferentes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Atividades — o fluxo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agenda → Mecânico avalia → gera orçamento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Decisão: cliente aprova o orçamento?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→ encerra a ordem de serviço. Sim → mecânico realiza o serviço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Sistema notifica o cliente; cliente retira a bike e paga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Sequência — ordem das mensagens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Cliente → Sistema: agendarManutencao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Sistema → Mecânico: notificarAgendamento; Mecânico avalia e gera orçamento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Sistema → Cliente: enviarOrcamento → Cliente aprova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Sistema → Mecânico: autorizarServico → registrarServicoConcluido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Sistema → Cliente: notificarBicicletaPronta → efetuarPagamento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Correção coletiva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Comparem seus 4 diagramas com a resposta-modelo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importa: coerência entre os diagramas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mesmos atores/classes aparecem nos 4?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Notação aplicada corretamente?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Rubrica de fechamento do bloco de UML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Cobertura: os 4 diagramas foram produzidos dentro do tempo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Coerência: mesmos atores/classes em todos os diagramas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Autonomia: grupo trabalhou com pouca intervenção do professor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Notação: símbolos das Aulas 4 a 8 aplicados corretamente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Fechamento do bloco de UML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Casos de Uso, Classes, Atividades e Sequência: dominados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Vocês já conseguem modelar um sistema do zero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Essa habilidade será usada no Projeto Integrador (Aulas 16-19)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(16/10): Fundamentos de UX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