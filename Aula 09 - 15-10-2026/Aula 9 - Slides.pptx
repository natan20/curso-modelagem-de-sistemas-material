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316" r:id="rId37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9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Revisão Integradora UML — Estudo de Caso EcoBike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15/10/2026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08:00  Apresentação do desafio + leitura do cenário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08:00 – 09:10  Casos de Uso e Classes (cronometrado)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09:10 – 09:25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09:25 – 10:35  Atividades e Sequência (cronometrado)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10:35 – 11:30  Correção coletiva e encerramento do bloco UML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Vocês já modelaram o TechBurger nos 4 diagramas.
Conseguem repetir isso sozinhos, num sistema novo, contra o relógio?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É esse o teste de hoje…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DESAFIO INTEGRADOR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EcoBike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Aplicando os 4 diagramas UML em um cenário novo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EcoBike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Loja de venda de bicicletas e serviços de manutenção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Cliente agenda manutenção; mecânico avalia e gera orçamento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Cliente precisa aprovar o orçamento antes do serviço começar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Depois do serviço, cliente retira a bike e paga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Desafio: 4 diagramas, tempo cronometrado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— 35 min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Mesmos grupos, mesmo cenário, ritmo do Projeto Integrador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trabalhar rápido e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Sublinhem verbos (ações) e substantivos (classes/atores) no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Completem o diagrama inteiro antes de refinar detalhes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os diagramas do TechBurger como referência de FORMATO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 1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Atores e funcionalidades do EcoBike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— comece por aqui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Atores: Cliente, Mecânico, Gerente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Comprar Bicicleta; Agendar Manutenção; Avaliar Bicicleta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Gerar Orçamento «extend» de Avaliar Bicicleta; Aprovar Orçamento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Realizar Serviço; Retirar Bicicleta; Efetuar 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Gerenciar Estoque (Gerente)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 2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Estrutura de dados do EcoBike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— resposta-modelo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* OrdemServico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* —— 1 Bicicleta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1 —— 0..1 Orcamento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* —— 1 Mecanico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OrdemServico 1 —— 0..1 Pagamento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DIAGRAMAS 3 E 4 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Atividades e Sequência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fluxo, sob dois ângulos diferentes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— o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agenda → Mecânico avalia → gera orçamento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cliente aprova o orçamento?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→ encerra a ordem de serviço. Sim → mecânico realiza o serviço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notifica o cliente; cliente retira a bike e paga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Sequência — ordem das mensagens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Cliente → Sistema: agendarManutencao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Mecânico: notificarAgendamento; Mecânico avalia e gera orçamento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Cliente: enviarOrcamento → Cliente aprova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Mecânico: autorizarServico → registrarServicoConcluido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Sistema → Cliente: notificarBicicletaPronta → efetuarPagamento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os 4 diagramas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Casos de Uso</a:t>
            </a:r>
          </a:p>
        </p:txBody>
      </p:sp>
      <p:pic>
        <p:nvPicPr>
          <p:cNvPr id="12" name="Picture 11" descr="ecobike_casos_de_u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667" y="3050000"/>
            <a:ext cx="9916666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Classes</a:t>
            </a:r>
          </a:p>
        </p:txBody>
      </p:sp>
      <p:pic>
        <p:nvPicPr>
          <p:cNvPr id="12" name="Picture 11" descr="ecobike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000" y="3050000"/>
            <a:ext cx="850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Atividades</a:t>
            </a:r>
          </a:p>
        </p:txBody>
      </p:sp>
      <p:pic>
        <p:nvPicPr>
          <p:cNvPr id="12" name="Picture 11" descr="ecobike_ativida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273" y="3050000"/>
            <a:ext cx="5795454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Sequência</a:t>
            </a:r>
          </a:p>
        </p:txBody>
      </p:sp>
      <p:pic>
        <p:nvPicPr>
          <p:cNvPr id="12" name="Picture 11" descr="ecobike_sequ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000" y="3050000"/>
            <a:ext cx="680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seus 4 diagramas com a resposta-modelo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importa: coerência entre os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mesmos atores/classes aparecem nos 4?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aplicada corretamente?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Rubrica de fechamento do bloco de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Cobertura: os 4 diagramas foram produzidos dentro do tempo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Coerência: mesmos atores/classes em todos os diagramas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Autonomia: grupo trabalhou com pouca intervenção do professor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Notação: símbolos das Aulas 4 a 8 aplicados corretamente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Fechamento do bloco de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Uso, Classes, Atividades e Sequência: dominados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Vocês já conseguem modelar um sistema do zero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Essa habilidade será usada no Projeto Integrador (Aulas 16-19)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(16/10): Fundamentos de UX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