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309" r:id="rId20"/>
    <p:sldId id="310" r:id="rId21"/>
    <p:sldId id="311" r:id="rId22"/>
    <p:sldId id="312" r:id="rId23"/>
    <p:sldId id="313" r:id="rId24"/>
    <p:sldId id="314" r:id="rId25"/>
  </p:sldIdLst>
  <p:sldSz cx="18288000" cy="10287000"/>
  <p:notesSz cx="6858000" cy="9144000"/>
  <p:embeddedFontLst>
    <p:embeddedFont>
      <p:font typeface="Unbounded 1 Ultra-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8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Sequência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09/10/2026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07:40  Abertura e revisão da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07:40 – 08:10  Diagrama de Atividades x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08:10 – 08:45  Elementos do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09:20  Objetos do cenário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09:20 – 10:45  Prática: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10:45 – 11:30  Correção coletiva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O diagrama de atividades mostra O QUE acontece.
Como mostramos QUEM conversa com QUEM, e em que ordem?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Sequência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troca de mensagens entre objetos, ao longo do tempo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x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 fluxo do processo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Organizado por raias (responsáveis)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decisões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Sequência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troca de mensagens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Organizado por linhas de vida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comunicação entre sistemas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sequência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de vida — linha vertical que representa a existência do objeto ao longo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Ativação — barra retangular fina sobre a linha de vida: período em que o objeto processa algo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sequência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síncrona — seta contínua: uma chamada que espera resposta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de retorno — seta tracejada: a resposta de uma chamada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tempo flui de cima para baixo — a ordem vertical das mensagens é parte do significado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linha de vida, ativação e mensagens</a:t>
            </a:r>
          </a:p>
        </p:txBody>
      </p:sp>
      <p:pic>
        <p:nvPicPr>
          <p:cNvPr id="12" name="Picture 11" descr="exemplo_sequencia_ele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769" y="3050000"/>
            <a:ext cx="10788461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ordem das mensagens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App só cobra o cliente depois de validar estoque e endereço de entrega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Por isso as mensagens de validação vêm ANTES de selecionarFormaPagamento/confirmarPagamento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Mesma lógica de negócio da Aula 7 — agora vista pela troca de mensagens entre objetos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fluxo da Aula 7, agora como troca de mensagens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Participantes do cenário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:Cliente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:App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:SistemaPagamento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:Cozinha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Mesmo fluxo da Aula 7, agora como troca de mensagens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Ordem de referência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1. Cliente → App: montarCarrinho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2. App valida valor mínimo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3. App valida estoque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4. App valida endereço de entrega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5. Cliente → App: selecionarFormaPagamento(PIX)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6. App aplica desconto PIX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Ordem de referência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7. Cliente → App: confirmarPagamento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8. App → SistemaPagamento: solicitarConfirmacao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9. SistemaPagamento → App: pagamentoConfirmado (retorno)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10. App → Cozinha: enviarPedido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11. Cozinha → App: pedidoRecebido (retorno)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12. App → Cliente: confirmarPedidoCriado (retorno)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sequência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participantes: Cliente, App, SistemaPagamento,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na ordem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chamada síncrona relevante tem seu retorno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85 minutos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participantes com linha de 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das mensagens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de retorno representadas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de seta contínua x tracejada correta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as 12 mensagens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TechBurger — projetar e comparar com o que cada grupo produziu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Sequência (TechBurger)</a:t>
            </a:r>
          </a:p>
        </p:txBody>
      </p:sp>
      <p:pic>
        <p:nvPicPr>
          <p:cNvPr id="12" name="Picture 11" descr="techburger_sequ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989627"/>
            <a:ext cx="7438004" cy="62479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 de vida — representação vertical da existência de um objeto ao longo do tempo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Ativação — período em que um objeto está processando uma operação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Mensagem síncrona — chamada que espera uma resposta antes de continuar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Mensagem de retorno — resposta de uma mensagem síncrona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principal diferença entre diagrama de atividades e de sequência?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O que representa a linha de vida de um objeto?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Qual a diferença entre mensagem síncrona e de retorno?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Quais são os 4 participantes do diagrama do pedido TechBurger?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 entre diagrama de atividades e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completa do pedido TechBurger via mensagens, na ordem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(15/10): revisão integradora UML — EcoBike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743</Words>
  <Application>Microsoft Office PowerPoint</Application>
  <PresentationFormat>Personalizar</PresentationFormat>
  <Paragraphs>93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26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2026-08-30T14:48:54Z</dcterms:modified>
  <dc:identifier>DAGGnDa8uXQ</dc:identifier>
</cp:coreProperties>
</file>