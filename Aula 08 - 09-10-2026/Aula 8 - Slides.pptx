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8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Sequência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09/10/2026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07:40  Abertura e revisão da Aula 7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07:40 – 08:10  Diagrama de Atividades x Diagrama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08:10 – 08:45  Elementos do diagrama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09:20  Objetos do cenário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09:20 – 10:45  Prática: diagrama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10:45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O diagrama de atividades mostra O QUE acontece.
Como mostramos QUEM conversa com QUEM, e em que ordem?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TIPO DE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Sequência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 troca de mensagens entre objetos, ao longo do tempo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Atividades x Sequência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o fluxo do processo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Organizado por raias (responsáveis)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Bom para decisões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Sequência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troca de mensagens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Organizado por linhas de vida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Bom para comunicação entre sistemas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sequência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Linha de vida — linha vertical que representa a existência do objeto ao longo do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Ativação — barra retangular fina sobre a linha de vida: período em que o objeto processa algo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sequência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Mensagem síncrona — seta contínua: uma chamada que espera resposta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Mensagem de retorno — seta tracejada: a resposta de uma chamada 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tempo flui de cima para baixo — a ordem vertical das mensagens é parte do significado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a ordem das mensagens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App só cobra o cliente depois de validar estoque e endereço de entrega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Por isso as mensagens de validação vêm ANTES de selecionarFormaPagamento/confirmarPagamento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Mesma lógica de negócio da Aula 7 — agora vista pela troca de mensagens entre objetos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 GUIA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mesmo fluxo da Aula 7, agora como troca de mensagens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Participantes do cenário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:Cliente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:App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:SistemaPagamento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:Cozinha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Mesmo fluxo da Aula 7, agora como troca de mensagens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Ordem de referência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1. Cliente → App: montarCarrinho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2. App valida valor mínimo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3. App valida estoque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4. App valida endereço de entrega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5. Cliente → App: selecionarFormaPagamento(PIX)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6. App aplica desconto PIX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Ordem de referência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7. Cliente → App: confirmarPagamento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8. App → SistemaPagamento: solicitarConfirmacao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9. SistemaPagamento → App: pagamentoConfirmado (retorno)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10. App → Cozinha: enviarPedido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11. Cozinha → App: pedidoRecebido (retorno)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12. App → Cliente: confirmarPedidoCriado (retorno)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grupo, desenhem o diagrama de sequência completo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4 participantes: Cliente, App, SistemaPagamento,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Mensagens na ordem correta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chamada síncrona relevante tem seu retorno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85 minutos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4 participantes com linha de vida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 das mensagens correta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Mensagens de retorno representadas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 de seta contínua x tracejada correta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Linha de vida — representação vertical da existência de um objeto ao longo do tempo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Ativação — período em que um objeto está processando uma operação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Mensagem síncrona — chamada que espera uma resposta antes de continuar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Mensagem de retorno — resposta de uma mensagem síncrona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principal diferença entre diagrama de atividades e de sequência?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O que representa a linha de vida de um objeto?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Qual a diferença entre mensagem síncrona e de retorno?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Quais são os 4 participantes do diagrama do pedido TechBurger?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Diferença entre diagrama de atividades e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 do diagrama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Modelagem completa do pedido TechBurger via mensagens, na ordem certa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(15/10): revisão integradora UML — EcoBike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