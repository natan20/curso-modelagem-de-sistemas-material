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11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Conectividade e Interoperabilidade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22/10/2026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 e contextualização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Arquitetura cliente-servidor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08:50  APIs e integração entre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– 09:15  Requisitos não funcionais de conectividade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09:30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09:50  Quais integrações o TechBurger precisa?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09:50 – 10:50  Atividade prática: diagrama de integração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Quando você paga por PIX num app,
quantos sistemas conversam entre si nesse momento?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Arquitetura Cliente-Servidor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Quem pede e quem responde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Arquitetura cliente-servidor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a aplicação usada diretamente pelo usuário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Servidor: onde ficam os dados e as regras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faz requisições, servidor responde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o app é o cliente; pedidos/pagamento/estoque rodam no servidor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API REST — o estilo mais comum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Sobre o protocolo HTTP: cada informação é um recurso acessado por um endpoint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GET (consultar), POST (criar), PUT (atualizar), DELETE (remover)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Exemplo: POST /pedidos cria um pedido; GET /pedidos/123 consulta o pedido 123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APIs e interoperabilidade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API: contrato padronizado para troca de dados entre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Interoperabilidade: sistemas diferentes (às vezes de empresas diferentes) trabalhando juntos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TechBurger usa a API REST de um gateway de pagamento (POST /pagamentos) para o PIX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Síncrono x Assíncrono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de um sistema esperar (ou não) uma resposta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Síncrono x Assíncrono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Síncrono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sistema espera a resposta antes de continuar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confirmar pagamento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Assíncrono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sistema não espera, recebe a resposta depois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notificação de pedido a caminho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Requisitos não funcionais de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 — a API precisa estar no ar quase sempre (ex.: 99,9%)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Tempo de resposta — quanto tempo esperar antes de considerar falha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 — autenticação (chaves/tokens) e criptografia dos dados trafegados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Ligação com a Aula 2: esses são exemplos de Requisitos Não Funcionais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Quais integrações o sistema realmente precisa?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Quais integrações o TechBurger precisa?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Cada regra de negócio da Aula 1 aponta para uma integração diferente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 via PIX/cartão → Gateway de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Raio de entrega de 5 km → API de Geolocalização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Estoque de itens → Sistema de Estoque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Listar pelo menos 3 integrações externas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cada uma: tipo, requisito não funcional, e se falhar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 um diagrama simples de componentes com setas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Integrações esperadas — referência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Gateway de Pagamento (PIX/cartão) — 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API de Geolocalização (raio de 5 km) — 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de Estoque — síncrona ou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Serviço de notificação (extra) — assíncrona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 de componentes — TechBurger</a:t>
            </a:r>
          </a:p>
        </p:txBody>
      </p:sp>
      <p:pic>
        <p:nvPicPr>
          <p:cNvPr id="12" name="Picture 11" descr="techburger_componen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9000" y="3050000"/>
            <a:ext cx="935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 se a integração falhar?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Pagamento: pedido não é confirmado; sistema avisa o cliente e permite nova tentativa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Geolocalização: não libera a modalidade entrega; sugere retirada no balcão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Estoque: assume item indisponível e sugere substituto (regra da Aula 1)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Notificação: cliente não recebe aviso em tempo real, mas o pedido segue normalmente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API REST — estilo de API sobre HTTP, recursos por endpoint, verbos GET/POST/PUT/DELETE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Interoperabilidade — capacidade de sistemas diferentes trabalharem juntos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Síncrono — comunicação em que se espera a resposta imediatamente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Assíncrono — comunicação em que não se espera resposta imediata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uma API e para que ela serve?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Diferencie integração síncrona de assíncrona, com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Cite dois requisitos não funcionais relevantes para uma integração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o TechBurger precisaria de uma API de geolocalização?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Arquitetura cliente-servidor e o papel das APIs REST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Interoperabilidade e integração síncrona x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Requisitos não funcionais de conectividade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(23/10): Organização de Dados, com dataset real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