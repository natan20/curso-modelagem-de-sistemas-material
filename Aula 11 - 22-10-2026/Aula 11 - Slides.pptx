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3"/>
    <p:sldMasterId id="2147483660" r:id="rId4"/>
  </p:sldMasterIdLst>
  <p:sldIdLst>
    <p:sldId id="294" r:id="rId15"/>
    <p:sldId id="295" r:id="rId16"/>
    <p:sldId id="296" r:id="rId17"/>
    <p:sldId id="297" r:id="rId18"/>
    <p:sldId id="298" r:id="rId19"/>
    <p:sldId id="299" r:id="rId20"/>
    <p:sldId id="300" r:id="rId21"/>
    <p:sldId id="301" r:id="rId22"/>
    <p:sldId id="302" r:id="rId23"/>
    <p:sldId id="303" r:id="rId24"/>
    <p:sldId id="304" r:id="rId25"/>
    <p:sldId id="305" r:id="rId26"/>
    <p:sldId id="306" r:id="rId27"/>
    <p:sldId id="307" r:id="rId28"/>
    <p:sldId id="308" r:id="rId29"/>
    <p:sldId id="309" r:id="rId30"/>
    <p:sldId id="310" r:id="rId31"/>
    <p:sldId id="311" r:id="rId32"/>
    <p:sldId id="312" r:id="rId33"/>
  </p:sldIdLst>
  <p:sldSz cx="18288000" cy="10287000"/>
  <p:notesSz cx="6858000" cy="9144000"/>
  <p:embeddedFontLst>
    <p:embeddedFont>
      <p:font typeface="Unbounded 1 Ultra-Bold" panose="020B0604020202020204" charset="0"/>
      <p:regular r:id="rId10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CC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000" autoAdjust="0"/>
    <p:restoredTop sz="94622" autoAdjust="0"/>
  </p:normalViewPr>
  <p:slideViewPr>
    <p:cSldViewPr>
      <p:cViewPr varScale="1">
        <p:scale>
          <a:sx n="44" d="100"/>
          <a:sy n="44" d="100"/>
        </p:scale>
        <p:origin x="900" y="7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slideMaster" Target="slideMasters/slideMaster1.xml"/><Relationship Id="rId4" Type="http://schemas.openxmlformats.org/officeDocument/2006/relationships/slideMaster" Target="slideMasters/slideMaster2.xml"/><Relationship Id="rId10" Type="http://schemas.openxmlformats.org/officeDocument/2006/relationships/font" Target="fonts/font1.fntdata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openxmlformats.org/officeDocument/2006/relationships/slide" Target="slides/slide6.xml"/><Relationship Id="rId16" Type="http://schemas.openxmlformats.org/officeDocument/2006/relationships/slide" Target="slides/slide7.xml"/><Relationship Id="rId17" Type="http://schemas.openxmlformats.org/officeDocument/2006/relationships/slide" Target="slides/slide8.xml"/><Relationship Id="rId18" Type="http://schemas.openxmlformats.org/officeDocument/2006/relationships/slide" Target="slides/slide9.xml"/><Relationship Id="rId19" Type="http://schemas.openxmlformats.org/officeDocument/2006/relationships/slide" Target="slides/slide10.xml"/><Relationship Id="rId20" Type="http://schemas.openxmlformats.org/officeDocument/2006/relationships/slide" Target="slides/slide11.xml"/><Relationship Id="rId21" Type="http://schemas.openxmlformats.org/officeDocument/2006/relationships/slide" Target="slides/slide12.xml"/><Relationship Id="rId22" Type="http://schemas.openxmlformats.org/officeDocument/2006/relationships/slide" Target="slides/slide13.xml"/><Relationship Id="rId23" Type="http://schemas.openxmlformats.org/officeDocument/2006/relationships/slide" Target="slides/slide14.xml"/><Relationship Id="rId24" Type="http://schemas.openxmlformats.org/officeDocument/2006/relationships/slide" Target="slides/slide15.xml"/><Relationship Id="rId25" Type="http://schemas.openxmlformats.org/officeDocument/2006/relationships/slide" Target="slides/slide16.xml"/><Relationship Id="rId26" Type="http://schemas.openxmlformats.org/officeDocument/2006/relationships/slide" Target="slides/slide17.xml"/><Relationship Id="rId27" Type="http://schemas.openxmlformats.org/officeDocument/2006/relationships/slide" Target="slides/slide18.xml"/><Relationship Id="rId28" Type="http://schemas.openxmlformats.org/officeDocument/2006/relationships/slide" Target="slides/slide19.xml"/><Relationship Id="rId29" Type="http://schemas.openxmlformats.org/officeDocument/2006/relationships/slide" Target="slides/slide20.xml"/><Relationship Id="rId30" Type="http://schemas.openxmlformats.org/officeDocument/2006/relationships/slide" Target="slides/slide21.xml"/><Relationship Id="rId31" Type="http://schemas.openxmlformats.org/officeDocument/2006/relationships/slide" Target="slides/slide22.xml"/><Relationship Id="rId32" Type="http://schemas.openxmlformats.org/officeDocument/2006/relationships/slide" Target="slides/slide23.xml"/><Relationship Id="rId33" Type="http://schemas.openxmlformats.org/officeDocument/2006/relationships/slide" Target="slides/slide2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72864" y="2900243"/>
            <a:ext cx="13292466" cy="2001211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345729" y="5290457"/>
            <a:ext cx="10946736" cy="2385892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62238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447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6715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8954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11193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73431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35670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97909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692617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374232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35309" y="5999310"/>
            <a:ext cx="13292466" cy="1854253"/>
          </a:xfrm>
        </p:spPr>
        <p:txBody>
          <a:bodyPr anchor="t"/>
          <a:lstStyle>
            <a:lvl1pPr algn="l">
              <a:defRPr sz="5445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35309" y="3957039"/>
            <a:ext cx="13292466" cy="2042271"/>
          </a:xfrm>
        </p:spPr>
        <p:txBody>
          <a:bodyPr anchor="b"/>
          <a:lstStyle>
            <a:lvl1pPr marL="0" indent="0">
              <a:buNone/>
              <a:defRPr sz="2723">
                <a:solidFill>
                  <a:schemeClr val="tx1">
                    <a:tint val="75000"/>
                  </a:schemeClr>
                </a:solidFill>
              </a:defRPr>
            </a:lvl1pPr>
            <a:lvl2pPr marL="622386" indent="0">
              <a:buNone/>
              <a:defRPr sz="2450">
                <a:solidFill>
                  <a:schemeClr val="tx1">
                    <a:tint val="75000"/>
                  </a:schemeClr>
                </a:solidFill>
              </a:defRPr>
            </a:lvl2pPr>
            <a:lvl3pPr marL="1244773" indent="0">
              <a:buNone/>
              <a:defRPr sz="2178">
                <a:solidFill>
                  <a:schemeClr val="tx1">
                    <a:tint val="75000"/>
                  </a:schemeClr>
                </a:solidFill>
              </a:defRPr>
            </a:lvl3pPr>
            <a:lvl4pPr marL="1867159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4pPr>
            <a:lvl5pPr marL="2489545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5pPr>
            <a:lvl6pPr marL="3111932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6pPr>
            <a:lvl7pPr marL="3734318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7pPr>
            <a:lvl8pPr marL="4356705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8pPr>
            <a:lvl9pPr marL="4979091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67952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81910" y="2178424"/>
            <a:ext cx="6906869" cy="6161395"/>
          </a:xfrm>
        </p:spPr>
        <p:txBody>
          <a:bodyPr/>
          <a:lstStyle>
            <a:lvl1pPr>
              <a:defRPr sz="3812"/>
            </a:lvl1pPr>
            <a:lvl2pPr>
              <a:defRPr sz="3267"/>
            </a:lvl2pPr>
            <a:lvl3pPr>
              <a:defRPr sz="2723"/>
            </a:lvl3pPr>
            <a:lvl4pPr>
              <a:defRPr sz="2450"/>
            </a:lvl4pPr>
            <a:lvl5pPr>
              <a:defRPr sz="2450"/>
            </a:lvl5pPr>
            <a:lvl6pPr>
              <a:defRPr sz="2450"/>
            </a:lvl6pPr>
            <a:lvl7pPr>
              <a:defRPr sz="2450"/>
            </a:lvl7pPr>
            <a:lvl8pPr>
              <a:defRPr sz="2450"/>
            </a:lvl8pPr>
            <a:lvl9pPr>
              <a:defRPr sz="24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949416" y="2178424"/>
            <a:ext cx="6906869" cy="6161395"/>
          </a:xfrm>
        </p:spPr>
        <p:txBody>
          <a:bodyPr/>
          <a:lstStyle>
            <a:lvl1pPr>
              <a:defRPr sz="3812"/>
            </a:lvl1pPr>
            <a:lvl2pPr>
              <a:defRPr sz="3267"/>
            </a:lvl2pPr>
            <a:lvl3pPr>
              <a:defRPr sz="2723"/>
            </a:lvl3pPr>
            <a:lvl4pPr>
              <a:defRPr sz="2450"/>
            </a:lvl4pPr>
            <a:lvl5pPr>
              <a:defRPr sz="2450"/>
            </a:lvl5pPr>
            <a:lvl6pPr>
              <a:defRPr sz="2450"/>
            </a:lvl6pPr>
            <a:lvl7pPr>
              <a:defRPr sz="2450"/>
            </a:lvl7pPr>
            <a:lvl8pPr>
              <a:defRPr sz="2450"/>
            </a:lvl8pPr>
            <a:lvl9pPr>
              <a:defRPr sz="24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172767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81910" y="2089817"/>
            <a:ext cx="6909585" cy="870937"/>
          </a:xfrm>
        </p:spPr>
        <p:txBody>
          <a:bodyPr anchor="b"/>
          <a:lstStyle>
            <a:lvl1pPr marL="0" indent="0">
              <a:buNone/>
              <a:defRPr sz="3267" b="1"/>
            </a:lvl1pPr>
            <a:lvl2pPr marL="622386" indent="0">
              <a:buNone/>
              <a:defRPr sz="2723" b="1"/>
            </a:lvl2pPr>
            <a:lvl3pPr marL="1244773" indent="0">
              <a:buNone/>
              <a:defRPr sz="2450" b="1"/>
            </a:lvl3pPr>
            <a:lvl4pPr marL="1867159" indent="0">
              <a:buNone/>
              <a:defRPr sz="2178" b="1"/>
            </a:lvl4pPr>
            <a:lvl5pPr marL="2489545" indent="0">
              <a:buNone/>
              <a:defRPr sz="2178" b="1"/>
            </a:lvl5pPr>
            <a:lvl6pPr marL="3111932" indent="0">
              <a:buNone/>
              <a:defRPr sz="2178" b="1"/>
            </a:lvl6pPr>
            <a:lvl7pPr marL="3734318" indent="0">
              <a:buNone/>
              <a:defRPr sz="2178" b="1"/>
            </a:lvl7pPr>
            <a:lvl8pPr marL="4356705" indent="0">
              <a:buNone/>
              <a:defRPr sz="2178" b="1"/>
            </a:lvl8pPr>
            <a:lvl9pPr marL="4979091" indent="0">
              <a:buNone/>
              <a:defRPr sz="2178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81910" y="2960754"/>
            <a:ext cx="6909585" cy="5379064"/>
          </a:xfrm>
        </p:spPr>
        <p:txBody>
          <a:bodyPr/>
          <a:lstStyle>
            <a:lvl1pPr>
              <a:defRPr sz="3267"/>
            </a:lvl1pPr>
            <a:lvl2pPr>
              <a:defRPr sz="2723"/>
            </a:lvl2pPr>
            <a:lvl3pPr>
              <a:defRPr sz="2450"/>
            </a:lvl3pPr>
            <a:lvl4pPr>
              <a:defRPr sz="2178"/>
            </a:lvl4pPr>
            <a:lvl5pPr>
              <a:defRPr sz="2178"/>
            </a:lvl5pPr>
            <a:lvl6pPr>
              <a:defRPr sz="2178"/>
            </a:lvl6pPr>
            <a:lvl7pPr>
              <a:defRPr sz="2178"/>
            </a:lvl7pPr>
            <a:lvl8pPr>
              <a:defRPr sz="2178"/>
            </a:lvl8pPr>
            <a:lvl9pPr>
              <a:defRPr sz="2178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943987" y="2089817"/>
            <a:ext cx="6912299" cy="870937"/>
          </a:xfrm>
        </p:spPr>
        <p:txBody>
          <a:bodyPr anchor="b"/>
          <a:lstStyle>
            <a:lvl1pPr marL="0" indent="0">
              <a:buNone/>
              <a:defRPr sz="3267" b="1"/>
            </a:lvl1pPr>
            <a:lvl2pPr marL="622386" indent="0">
              <a:buNone/>
              <a:defRPr sz="2723" b="1"/>
            </a:lvl2pPr>
            <a:lvl3pPr marL="1244773" indent="0">
              <a:buNone/>
              <a:defRPr sz="2450" b="1"/>
            </a:lvl3pPr>
            <a:lvl4pPr marL="1867159" indent="0">
              <a:buNone/>
              <a:defRPr sz="2178" b="1"/>
            </a:lvl4pPr>
            <a:lvl5pPr marL="2489545" indent="0">
              <a:buNone/>
              <a:defRPr sz="2178" b="1"/>
            </a:lvl5pPr>
            <a:lvl6pPr marL="3111932" indent="0">
              <a:buNone/>
              <a:defRPr sz="2178" b="1"/>
            </a:lvl6pPr>
            <a:lvl7pPr marL="3734318" indent="0">
              <a:buNone/>
              <a:defRPr sz="2178" b="1"/>
            </a:lvl7pPr>
            <a:lvl8pPr marL="4356705" indent="0">
              <a:buNone/>
              <a:defRPr sz="2178" b="1"/>
            </a:lvl8pPr>
            <a:lvl9pPr marL="4979091" indent="0">
              <a:buNone/>
              <a:defRPr sz="2178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943987" y="2960754"/>
            <a:ext cx="6912299" cy="5379064"/>
          </a:xfrm>
        </p:spPr>
        <p:txBody>
          <a:bodyPr/>
          <a:lstStyle>
            <a:lvl1pPr>
              <a:defRPr sz="3267"/>
            </a:lvl1pPr>
            <a:lvl2pPr>
              <a:defRPr sz="2723"/>
            </a:lvl2pPr>
            <a:lvl3pPr>
              <a:defRPr sz="2450"/>
            </a:lvl3pPr>
            <a:lvl4pPr>
              <a:defRPr sz="2178"/>
            </a:lvl4pPr>
            <a:lvl5pPr>
              <a:defRPr sz="2178"/>
            </a:lvl5pPr>
            <a:lvl6pPr>
              <a:defRPr sz="2178"/>
            </a:lvl6pPr>
            <a:lvl7pPr>
              <a:defRPr sz="2178"/>
            </a:lvl7pPr>
            <a:lvl8pPr>
              <a:defRPr sz="2178"/>
            </a:lvl8pPr>
            <a:lvl9pPr>
              <a:defRPr sz="2178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296443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4594174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500469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81911" y="371715"/>
            <a:ext cx="5144858" cy="1581950"/>
          </a:xfrm>
        </p:spPr>
        <p:txBody>
          <a:bodyPr anchor="b"/>
          <a:lstStyle>
            <a:lvl1pPr algn="l">
              <a:defRPr sz="2723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14100" y="371716"/>
            <a:ext cx="8742185" cy="7968103"/>
          </a:xfrm>
        </p:spPr>
        <p:txBody>
          <a:bodyPr/>
          <a:lstStyle>
            <a:lvl1pPr>
              <a:defRPr sz="4356"/>
            </a:lvl1pPr>
            <a:lvl2pPr>
              <a:defRPr sz="3812"/>
            </a:lvl2pPr>
            <a:lvl3pPr>
              <a:defRPr sz="3267"/>
            </a:lvl3pPr>
            <a:lvl4pPr>
              <a:defRPr sz="2723"/>
            </a:lvl4pPr>
            <a:lvl5pPr>
              <a:defRPr sz="2723"/>
            </a:lvl5pPr>
            <a:lvl6pPr>
              <a:defRPr sz="2723"/>
            </a:lvl6pPr>
            <a:lvl7pPr>
              <a:defRPr sz="2723"/>
            </a:lvl7pPr>
            <a:lvl8pPr>
              <a:defRPr sz="2723"/>
            </a:lvl8pPr>
            <a:lvl9pPr>
              <a:defRPr sz="2723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81911" y="1953666"/>
            <a:ext cx="5144858" cy="6386153"/>
          </a:xfrm>
        </p:spPr>
        <p:txBody>
          <a:bodyPr/>
          <a:lstStyle>
            <a:lvl1pPr marL="0" indent="0">
              <a:buNone/>
              <a:defRPr sz="1906"/>
            </a:lvl1pPr>
            <a:lvl2pPr marL="622386" indent="0">
              <a:buNone/>
              <a:defRPr sz="1634"/>
            </a:lvl2pPr>
            <a:lvl3pPr marL="1244773" indent="0">
              <a:buNone/>
              <a:defRPr sz="1361"/>
            </a:lvl3pPr>
            <a:lvl4pPr marL="1867159" indent="0">
              <a:buNone/>
              <a:defRPr sz="1225"/>
            </a:lvl4pPr>
            <a:lvl5pPr marL="2489545" indent="0">
              <a:buNone/>
              <a:defRPr sz="1225"/>
            </a:lvl5pPr>
            <a:lvl6pPr marL="3111932" indent="0">
              <a:buNone/>
              <a:defRPr sz="1225"/>
            </a:lvl6pPr>
            <a:lvl7pPr marL="3734318" indent="0">
              <a:buNone/>
              <a:defRPr sz="1225"/>
            </a:lvl7pPr>
            <a:lvl8pPr marL="4356705" indent="0">
              <a:buNone/>
              <a:defRPr sz="1225"/>
            </a:lvl8pPr>
            <a:lvl9pPr marL="4979091" indent="0">
              <a:buNone/>
              <a:defRPr sz="122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4090047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65196" y="6535270"/>
            <a:ext cx="9382917" cy="771526"/>
          </a:xfrm>
        </p:spPr>
        <p:txBody>
          <a:bodyPr anchor="b"/>
          <a:lstStyle>
            <a:lvl1pPr algn="l">
              <a:defRPr sz="2723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3065196" y="834198"/>
            <a:ext cx="9382917" cy="5601661"/>
          </a:xfrm>
        </p:spPr>
        <p:txBody>
          <a:bodyPr/>
          <a:lstStyle>
            <a:lvl1pPr marL="0" indent="0">
              <a:buNone/>
              <a:defRPr sz="4356"/>
            </a:lvl1pPr>
            <a:lvl2pPr marL="622386" indent="0">
              <a:buNone/>
              <a:defRPr sz="3812"/>
            </a:lvl2pPr>
            <a:lvl3pPr marL="1244773" indent="0">
              <a:buNone/>
              <a:defRPr sz="3267"/>
            </a:lvl3pPr>
            <a:lvl4pPr marL="1867159" indent="0">
              <a:buNone/>
              <a:defRPr sz="2723"/>
            </a:lvl4pPr>
            <a:lvl5pPr marL="2489545" indent="0">
              <a:buNone/>
              <a:defRPr sz="2723"/>
            </a:lvl5pPr>
            <a:lvl6pPr marL="3111932" indent="0">
              <a:buNone/>
              <a:defRPr sz="2723"/>
            </a:lvl6pPr>
            <a:lvl7pPr marL="3734318" indent="0">
              <a:buNone/>
              <a:defRPr sz="2723"/>
            </a:lvl7pPr>
            <a:lvl8pPr marL="4356705" indent="0">
              <a:buNone/>
              <a:defRPr sz="2723"/>
            </a:lvl8pPr>
            <a:lvl9pPr marL="4979091" indent="0">
              <a:buNone/>
              <a:defRPr sz="2723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065196" y="7306797"/>
            <a:ext cx="9382917" cy="1095694"/>
          </a:xfrm>
        </p:spPr>
        <p:txBody>
          <a:bodyPr/>
          <a:lstStyle>
            <a:lvl1pPr marL="0" indent="0">
              <a:buNone/>
              <a:defRPr sz="1906"/>
            </a:lvl1pPr>
            <a:lvl2pPr marL="622386" indent="0">
              <a:buNone/>
              <a:defRPr sz="1634"/>
            </a:lvl2pPr>
            <a:lvl3pPr marL="1244773" indent="0">
              <a:buNone/>
              <a:defRPr sz="1361"/>
            </a:lvl3pPr>
            <a:lvl4pPr marL="1867159" indent="0">
              <a:buNone/>
              <a:defRPr sz="1225"/>
            </a:lvl4pPr>
            <a:lvl5pPr marL="2489545" indent="0">
              <a:buNone/>
              <a:defRPr sz="1225"/>
            </a:lvl5pPr>
            <a:lvl6pPr marL="3111932" indent="0">
              <a:buNone/>
              <a:defRPr sz="1225"/>
            </a:lvl6pPr>
            <a:lvl7pPr marL="3734318" indent="0">
              <a:buNone/>
              <a:defRPr sz="1225"/>
            </a:lvl7pPr>
            <a:lvl8pPr marL="4356705" indent="0">
              <a:buNone/>
              <a:defRPr sz="1225"/>
            </a:lvl8pPr>
            <a:lvl9pPr marL="4979091" indent="0">
              <a:buNone/>
              <a:defRPr sz="122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7115919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9198864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1337691" y="373877"/>
            <a:ext cx="3518594" cy="7965942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81910" y="373877"/>
            <a:ext cx="10295145" cy="7965942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735137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81910" y="373877"/>
            <a:ext cx="14074375" cy="155601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81910" y="2178424"/>
            <a:ext cx="14074375" cy="616139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81910" y="8653183"/>
            <a:ext cx="3648912" cy="49706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63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343050" y="8653183"/>
            <a:ext cx="4952095" cy="49706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63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207373" y="8653183"/>
            <a:ext cx="3648912" cy="49706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3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53969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ctr" defTabSz="1244773" rtl="0" eaLnBrk="1" latinLnBrk="0" hangingPunct="1">
        <a:spcBef>
          <a:spcPct val="0"/>
        </a:spcBef>
        <a:buNone/>
        <a:defRPr sz="599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66790" indent="-466790" algn="l" defTabSz="1244773" rtl="0" eaLnBrk="1" latinLnBrk="0" hangingPunct="1">
        <a:spcBef>
          <a:spcPct val="20000"/>
        </a:spcBef>
        <a:buFont typeface="Arial" pitchFamily="34" charset="0"/>
        <a:buChar char="•"/>
        <a:defRPr sz="4356" kern="1200">
          <a:solidFill>
            <a:schemeClr val="tx1"/>
          </a:solidFill>
          <a:latin typeface="+mn-lt"/>
          <a:ea typeface="+mn-ea"/>
          <a:cs typeface="+mn-cs"/>
        </a:defRPr>
      </a:lvl1pPr>
      <a:lvl2pPr marL="1011378" indent="-388991" algn="l" defTabSz="1244773" rtl="0" eaLnBrk="1" latinLnBrk="0" hangingPunct="1">
        <a:spcBef>
          <a:spcPct val="20000"/>
        </a:spcBef>
        <a:buFont typeface="Arial" pitchFamily="34" charset="0"/>
        <a:buChar char="–"/>
        <a:defRPr sz="3812" kern="1200">
          <a:solidFill>
            <a:schemeClr val="tx1"/>
          </a:solidFill>
          <a:latin typeface="+mn-lt"/>
          <a:ea typeface="+mn-ea"/>
          <a:cs typeface="+mn-cs"/>
        </a:defRPr>
      </a:lvl2pPr>
      <a:lvl3pPr marL="1555966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3267" kern="1200">
          <a:solidFill>
            <a:schemeClr val="tx1"/>
          </a:solidFill>
          <a:latin typeface="+mn-lt"/>
          <a:ea typeface="+mn-ea"/>
          <a:cs typeface="+mn-cs"/>
        </a:defRPr>
      </a:lvl3pPr>
      <a:lvl4pPr marL="2178352" indent="-311193" algn="l" defTabSz="1244773" rtl="0" eaLnBrk="1" latinLnBrk="0" hangingPunct="1">
        <a:spcBef>
          <a:spcPct val="20000"/>
        </a:spcBef>
        <a:buFont typeface="Arial" pitchFamily="34" charset="0"/>
        <a:buChar char="–"/>
        <a:defRPr sz="2723" kern="1200">
          <a:solidFill>
            <a:schemeClr val="tx1"/>
          </a:solidFill>
          <a:latin typeface="+mn-lt"/>
          <a:ea typeface="+mn-ea"/>
          <a:cs typeface="+mn-cs"/>
        </a:defRPr>
      </a:lvl4pPr>
      <a:lvl5pPr marL="2800739" indent="-311193" algn="l" defTabSz="1244773" rtl="0" eaLnBrk="1" latinLnBrk="0" hangingPunct="1">
        <a:spcBef>
          <a:spcPct val="20000"/>
        </a:spcBef>
        <a:buFont typeface="Arial" pitchFamily="34" charset="0"/>
        <a:buChar char="»"/>
        <a:defRPr sz="2723" kern="1200">
          <a:solidFill>
            <a:schemeClr val="tx1"/>
          </a:solidFill>
          <a:latin typeface="+mn-lt"/>
          <a:ea typeface="+mn-ea"/>
          <a:cs typeface="+mn-cs"/>
        </a:defRPr>
      </a:lvl5pPr>
      <a:lvl6pPr marL="3423125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2723" kern="1200">
          <a:solidFill>
            <a:schemeClr val="tx1"/>
          </a:solidFill>
          <a:latin typeface="+mn-lt"/>
          <a:ea typeface="+mn-ea"/>
          <a:cs typeface="+mn-cs"/>
        </a:defRPr>
      </a:lvl6pPr>
      <a:lvl7pPr marL="4045511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2723" kern="1200">
          <a:solidFill>
            <a:schemeClr val="tx1"/>
          </a:solidFill>
          <a:latin typeface="+mn-lt"/>
          <a:ea typeface="+mn-ea"/>
          <a:cs typeface="+mn-cs"/>
        </a:defRPr>
      </a:lvl7pPr>
      <a:lvl8pPr marL="4667898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2723" kern="1200">
          <a:solidFill>
            <a:schemeClr val="tx1"/>
          </a:solidFill>
          <a:latin typeface="+mn-lt"/>
          <a:ea typeface="+mn-ea"/>
          <a:cs typeface="+mn-cs"/>
        </a:defRPr>
      </a:lvl8pPr>
      <a:lvl9pPr marL="5290284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272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1pPr>
      <a:lvl2pPr marL="622386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2pPr>
      <a:lvl3pPr marL="1244773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3pPr>
      <a:lvl4pPr marL="1867159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4pPr>
      <a:lvl5pPr marL="2489545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5pPr>
      <a:lvl6pPr marL="3111932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6pPr>
      <a:lvl7pPr marL="3734318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7pPr>
      <a:lvl8pPr marL="4356705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8pPr>
      <a:lvl9pPr marL="4979091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4.png"/><Relationship Id="rId4" Type="http://schemas.openxmlformats.org/officeDocument/2006/relationships/image" Target="../media/image1.png"/></Relationships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7435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2"/>
          <p:cNvSpPr/>
          <p:nvPr/>
        </p:nvSpPr>
        <p:spPr>
          <a:xfrm>
            <a:off x="0" y="2663756"/>
            <a:ext cx="10464817" cy="6594544"/>
          </a:xfrm>
          <a:custGeom>
            <a:avLst/>
            <a:gdLst/>
            <a:ahLst/>
            <a:cxnLst/>
            <a:rect l="l" t="t" r="r" b="b"/>
            <a:pathLst>
              <a:path w="10464817" h="6594544">
                <a:moveTo>
                  <a:pt x="0" y="0"/>
                </a:moveTo>
                <a:lnTo>
                  <a:pt x="10464817" y="0"/>
                </a:lnTo>
                <a:lnTo>
                  <a:pt x="10464817" y="6594544"/>
                </a:lnTo>
                <a:lnTo>
                  <a:pt x="0" y="659454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grpSp>
        <p:nvGrpSpPr>
          <p:cNvPr id="3" name="Group 3"/>
          <p:cNvGrpSpPr/>
          <p:nvPr/>
        </p:nvGrpSpPr>
        <p:grpSpPr>
          <a:xfrm>
            <a:off x="0" y="0"/>
            <a:ext cx="4348518" cy="2540190"/>
            <a:chOff x="0" y="0"/>
            <a:chExt cx="1145289" cy="669021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145289" cy="669021"/>
            </a:xfrm>
            <a:custGeom>
              <a:avLst/>
              <a:gdLst/>
              <a:ahLst/>
              <a:cxnLst/>
              <a:rect l="l" t="t" r="r" b="b"/>
              <a:pathLst>
                <a:path w="1145289" h="669021">
                  <a:moveTo>
                    <a:pt x="0" y="0"/>
                  </a:moveTo>
                  <a:lnTo>
                    <a:pt x="1145289" y="0"/>
                  </a:lnTo>
                  <a:lnTo>
                    <a:pt x="1145289" y="669021"/>
                  </a:lnTo>
                  <a:lnTo>
                    <a:pt x="0" y="669021"/>
                  </a:lnTo>
                  <a:close/>
                </a:path>
              </a:pathLst>
            </a:custGeom>
            <a:solidFill>
              <a:srgbClr val="DDF1F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1145289" cy="70712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-1911824" y="6718110"/>
            <a:ext cx="4348518" cy="2540190"/>
            <a:chOff x="0" y="0"/>
            <a:chExt cx="1145289" cy="669021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145289" cy="669021"/>
            </a:xfrm>
            <a:custGeom>
              <a:avLst/>
              <a:gdLst/>
              <a:ahLst/>
              <a:cxnLst/>
              <a:rect l="l" t="t" r="r" b="b"/>
              <a:pathLst>
                <a:path w="1145289" h="669021">
                  <a:moveTo>
                    <a:pt x="0" y="0"/>
                  </a:moveTo>
                  <a:lnTo>
                    <a:pt x="1145289" y="0"/>
                  </a:lnTo>
                  <a:lnTo>
                    <a:pt x="1145289" y="669021"/>
                  </a:lnTo>
                  <a:lnTo>
                    <a:pt x="0" y="669021"/>
                  </a:lnTo>
                  <a:close/>
                </a:path>
              </a:pathLst>
            </a:custGeom>
            <a:solidFill>
              <a:srgbClr val="729EBB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38100"/>
              <a:ext cx="1145289" cy="70712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-1911824" y="9548884"/>
            <a:ext cx="4348518" cy="2540190"/>
            <a:chOff x="0" y="0"/>
            <a:chExt cx="1145289" cy="669021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1145289" cy="669021"/>
            </a:xfrm>
            <a:custGeom>
              <a:avLst/>
              <a:gdLst/>
              <a:ahLst/>
              <a:cxnLst/>
              <a:rect l="l" t="t" r="r" b="b"/>
              <a:pathLst>
                <a:path w="1145289" h="669021">
                  <a:moveTo>
                    <a:pt x="0" y="0"/>
                  </a:moveTo>
                  <a:lnTo>
                    <a:pt x="1145289" y="0"/>
                  </a:lnTo>
                  <a:lnTo>
                    <a:pt x="1145289" y="669021"/>
                  </a:lnTo>
                  <a:lnTo>
                    <a:pt x="0" y="669021"/>
                  </a:lnTo>
                  <a:close/>
                </a:path>
              </a:pathLst>
            </a:custGeom>
            <a:solidFill>
              <a:srgbClr val="DDF1F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0" y="-38100"/>
              <a:ext cx="1145289" cy="70712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-1916511" y="4017271"/>
            <a:ext cx="4348518" cy="1175760"/>
            <a:chOff x="0" y="0"/>
            <a:chExt cx="1145289" cy="309665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1145289" cy="309665"/>
            </a:xfrm>
            <a:custGeom>
              <a:avLst/>
              <a:gdLst/>
              <a:ahLst/>
              <a:cxnLst/>
              <a:rect l="l" t="t" r="r" b="b"/>
              <a:pathLst>
                <a:path w="1145289" h="309665">
                  <a:moveTo>
                    <a:pt x="0" y="0"/>
                  </a:moveTo>
                  <a:lnTo>
                    <a:pt x="1145289" y="0"/>
                  </a:lnTo>
                  <a:lnTo>
                    <a:pt x="1145289" y="309665"/>
                  </a:lnTo>
                  <a:lnTo>
                    <a:pt x="0" y="309665"/>
                  </a:lnTo>
                  <a:close/>
                </a:path>
              </a:pathLst>
            </a:custGeom>
            <a:solidFill>
              <a:srgbClr val="DDF1F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0" y="-38100"/>
              <a:ext cx="1145289" cy="34776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-1911824" y="2663756"/>
            <a:ext cx="4348518" cy="1180073"/>
            <a:chOff x="0" y="0"/>
            <a:chExt cx="1145289" cy="310801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1145289" cy="310801"/>
            </a:xfrm>
            <a:custGeom>
              <a:avLst/>
              <a:gdLst/>
              <a:ahLst/>
              <a:cxnLst/>
              <a:rect l="l" t="t" r="r" b="b"/>
              <a:pathLst>
                <a:path w="1145289" h="310801">
                  <a:moveTo>
                    <a:pt x="0" y="0"/>
                  </a:moveTo>
                  <a:lnTo>
                    <a:pt x="1145289" y="0"/>
                  </a:lnTo>
                  <a:lnTo>
                    <a:pt x="1145289" y="310801"/>
                  </a:lnTo>
                  <a:lnTo>
                    <a:pt x="0" y="310801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0" y="-38100"/>
              <a:ext cx="1145289" cy="34890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pic>
        <p:nvPicPr>
          <p:cNvPr id="20" name="Imagem 19" descr="Logotipo&#10;&#10;Descrição gerada automaticamente">
            <a:extLst>
              <a:ext uri="{FF2B5EF4-FFF2-40B4-BE49-F238E27FC236}">
                <a16:creationId xmlns:a16="http://schemas.microsoft.com/office/drawing/2014/main" id="{8A562693-C811-03C7-1589-2D448D8EFA9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544800" y="9001067"/>
            <a:ext cx="2098590" cy="1180457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0600000" y="2650000"/>
            <a:ext cx="7200000" cy="3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800" b="1" i="0">
                <a:solidFill>
                  <a:srgbClr val="B8CCE8"/>
                </a:solidFill>
                <a:latin typeface="Calibri"/>
              </a:rPr>
              <a:t>Aula 11</a:t>
            </a:r>
          </a:p>
          <a:p>
            <a:pPr>
              <a:spcAft>
                <a:spcPts val="1400"/>
              </a:spcAft>
            </a:pPr>
            <a:r>
              <a:rPr sz="3600" b="1" i="0">
                <a:solidFill>
                  <a:srgbClr val="FFFFFF"/>
                </a:solidFill>
                <a:latin typeface="Calibri"/>
              </a:rPr>
              <a:t>Conectividade e Interoperabilidade de Sistemas</a:t>
            </a:r>
          </a:p>
          <a:p>
            <a:pPr>
              <a:spcAft>
                <a:spcPts val="1000"/>
              </a:spcAft>
            </a:pPr>
            <a:r>
              <a:rPr sz="2200" b="0" i="0">
                <a:solidFill>
                  <a:srgbClr val="B8CCE8"/>
                </a:solidFill>
                <a:latin typeface="Calibri"/>
              </a:rPr>
              <a:t>Técnico em Desenvolvimento de Sistemas</a:t>
            </a:r>
          </a:p>
          <a:p>
            <a:pPr>
              <a:spcAft>
                <a:spcPts val="1000"/>
              </a:spcAft>
            </a:pPr>
            <a:r>
              <a:rPr sz="2200" b="0" i="0">
                <a:solidFill>
                  <a:srgbClr val="B8CCE8"/>
                </a:solidFill>
                <a:latin typeface="Calibri"/>
              </a:rPr>
              <a:t>Turma 103513  ·  22/10/2026  ·  07:30–11:30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Agenda da aula (4h)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07:30 – 07:45  Abertura e contextualização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07:45 – 08:15  Arquitetura cliente-servidor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08:15 – 08:50  APIs e integração entre sistemas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08:50 – 09:15  Requisitos não funcionais de conectividade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09:15 – 09:30  Intervalo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09:30 – 09:50  Quais integrações o TechBurger precisa?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09:50 – 10:50  Atividade prática: diagrama de integração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10:50 – 11:30  Correção coletiva e encerramento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3600000"/>
            <a:ext cx="16400000" cy="2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3700" b="1" i="0">
                <a:solidFill>
                  <a:srgbClr val="1F497D"/>
                </a:solidFill>
                <a:latin typeface="Calibri"/>
              </a:rPr>
              <a:t>Quando você paga por PIX num app,
quantos sistemas conversam entre si nesse momento?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5900000"/>
            <a:ext cx="164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Vamos discutir antes de começar…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3700000"/>
            <a:ext cx="164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600" b="1" i="0">
                <a:solidFill>
                  <a:srgbClr val="1F497D"/>
                </a:solidFill>
                <a:latin typeface="Calibri"/>
              </a:rPr>
              <a:t>CONCEITO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4450000"/>
            <a:ext cx="16400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4100" b="1" i="0">
                <a:solidFill>
                  <a:srgbClr val="333333"/>
                </a:solidFill>
                <a:latin typeface="Calibri"/>
              </a:rPr>
              <a:t>Arquitetura Cliente-Servidor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6050000"/>
            <a:ext cx="164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0" i="0">
                <a:solidFill>
                  <a:srgbClr val="1F497D"/>
                </a:solidFill>
                <a:latin typeface="Calibri"/>
              </a:rPr>
              <a:t>Quem pede e quem responde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Arquitetura cliente-servidor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Cliente: a aplicação usada diretamente pelo usuário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Servidor: onde ficam os dados e as regras de negócio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Cliente faz requisições, servidor responde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TechBurger: o app é o cliente; pedidos/pagamento/estoque rodam no servidor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API REST — o estilo mais comum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Sobre o protocolo HTTP: cada informação é um recurso acessado por um endpoint</a:t>
            </a:r>
          </a:p>
          <a:p>
            <a:pPr>
              <a:spcAft>
                <a:spcPts val="16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GET (consultar), POST (criar), PUT (atualizar), DELETE (remover)</a:t>
            </a:r>
          </a:p>
          <a:p>
            <a:pPr>
              <a:spcAft>
                <a:spcPts val="16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Exemplo: POST /pedidos cria um pedido; GET /pedidos/123 consulta o pedido 123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APIs e interoperabilidade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API: contrato padronizado para troca de dados entre sistemas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Interoperabilidade: sistemas diferentes (às vezes de empresas diferentes) trabalhando juntos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Exemplo: TechBurger usa a API REST de um gateway de pagamento (POST /pagamentos) para o PIX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3700000"/>
            <a:ext cx="164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600" b="1" i="0">
                <a:solidFill>
                  <a:srgbClr val="1F497D"/>
                </a:solidFill>
                <a:latin typeface="Calibri"/>
              </a:rPr>
              <a:t>CONCEITO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4450000"/>
            <a:ext cx="16400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4100" b="1" i="0">
                <a:solidFill>
                  <a:srgbClr val="333333"/>
                </a:solidFill>
                <a:latin typeface="Calibri"/>
              </a:rPr>
              <a:t>Síncrono x Assíncrono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6050000"/>
            <a:ext cx="164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0" i="0">
                <a:solidFill>
                  <a:srgbClr val="1F497D"/>
                </a:solidFill>
                <a:latin typeface="Calibri"/>
              </a:rPr>
              <a:t>Duas formas de um sistema esperar (ou não) uma resposta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Síncrono x Assíncrono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78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1" i="0">
                <a:solidFill>
                  <a:srgbClr val="1F497D"/>
                </a:solidFill>
                <a:latin typeface="Calibri"/>
              </a:rPr>
              <a:t>Síncrono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3550000"/>
            <a:ext cx="7800000" cy="5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O sistema espera a resposta antes de continuar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Ex.: confirmar pagamento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00000" y="3000000"/>
            <a:ext cx="78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1" i="0">
                <a:solidFill>
                  <a:srgbClr val="1F497D"/>
                </a:solidFill>
                <a:latin typeface="Calibri"/>
              </a:rPr>
              <a:t>Assíncrono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00000" y="3550000"/>
            <a:ext cx="7800000" cy="5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O sistema não espera, recebe a resposta depois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Ex.: notificação de pedido a caminho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Requisitos não funcionais de conectividade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Disponibilidade — a API precisa estar no ar quase sempre (ex.: 99,9%)</a:t>
            </a:r>
          </a:p>
          <a:p>
            <a:pPr>
              <a:spcAft>
                <a:spcPts val="16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Tempo de resposta — quanto tempo esperar antes de considerar falha</a:t>
            </a:r>
          </a:p>
          <a:p>
            <a:pPr>
              <a:spcAft>
                <a:spcPts val="16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Segurança — autenticação (chaves/tokens) e criptografia dos dados trafegados</a:t>
            </a:r>
          </a:p>
          <a:p>
            <a:pPr>
              <a:spcAft>
                <a:spcPts val="16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Ligação com a Aula 2: esses são exemplos de Requisitos Não Funcionais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3700000"/>
            <a:ext cx="164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600" b="1" i="0">
                <a:solidFill>
                  <a:srgbClr val="1F497D"/>
                </a:solidFill>
                <a:latin typeface="Calibri"/>
              </a:rPr>
              <a:t>ESTUDO DE CASO GUIA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4450000"/>
            <a:ext cx="16400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4100" b="1" i="0">
                <a:solidFill>
                  <a:srgbClr val="333333"/>
                </a:solidFill>
                <a:latin typeface="Calibri"/>
              </a:rPr>
              <a:t>TechBurger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6050000"/>
            <a:ext cx="164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0" i="0">
                <a:solidFill>
                  <a:srgbClr val="1F497D"/>
                </a:solidFill>
                <a:latin typeface="Calibri"/>
              </a:rPr>
              <a:t>Quais integrações o sistema realmente precisa?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Quais integrações o TechBurger precisa?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Cada regra de negócio da Aula 1 aponta para uma integração diferente</a:t>
            </a:r>
          </a:p>
          <a:p>
            <a:pPr>
              <a:spcAft>
                <a:spcPts val="16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Pagamento via PIX/cartão → Gateway de Pagamento</a:t>
            </a:r>
          </a:p>
          <a:p>
            <a:pPr>
              <a:spcAft>
                <a:spcPts val="16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Raio de entrega de 5 km → API de Geolocalização</a:t>
            </a:r>
          </a:p>
          <a:p>
            <a:pPr>
              <a:spcAft>
                <a:spcPts val="16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Estoque de itens → Sistema de Estoque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Atividade prática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Grupos de 3 a 4 pessoas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Listar pelo menos 3 integrações externas do TechBurger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Para cada uma: tipo, requisito não funcional, e se falhar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Desenhar um diagrama simples de componentes com setas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Tempo: 60 minutos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Integrações esperadas — referência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Gateway de Pagamento (PIX/cartão) — síncrona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API de Geolocalização (raio de 5 km) — síncrona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Sistema de Estoque — síncrona ou assíncrona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Serviço de notificação (extra) — assíncrona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E se a integração falhar?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100" b="0" i="0">
                <a:solidFill>
                  <a:srgbClr val="333333"/>
                </a:solidFill>
                <a:latin typeface="Calibri"/>
              </a:rPr>
              <a:t>•  Pagamento: pedido não é confirmado; sistema avisa o cliente e permite nova tentativa</a:t>
            </a:r>
          </a:p>
          <a:p>
            <a:pPr>
              <a:spcAft>
                <a:spcPts val="1600"/>
              </a:spcAft>
            </a:pPr>
            <a:r>
              <a:rPr sz="2100" b="0" i="0">
                <a:solidFill>
                  <a:srgbClr val="333333"/>
                </a:solidFill>
                <a:latin typeface="Calibri"/>
              </a:rPr>
              <a:t>•  Geolocalização: não libera a modalidade entrega; sugere retirada no balcão</a:t>
            </a:r>
          </a:p>
          <a:p>
            <a:pPr>
              <a:spcAft>
                <a:spcPts val="1600"/>
              </a:spcAft>
            </a:pPr>
            <a:r>
              <a:rPr sz="2100" b="0" i="0">
                <a:solidFill>
                  <a:srgbClr val="333333"/>
                </a:solidFill>
                <a:latin typeface="Calibri"/>
              </a:rPr>
              <a:t>•  Estoque: assume item indisponível e sugere substituto (regra da Aula 1)</a:t>
            </a:r>
          </a:p>
          <a:p>
            <a:pPr>
              <a:spcAft>
                <a:spcPts val="1600"/>
              </a:spcAft>
            </a:pPr>
            <a:r>
              <a:rPr sz="2100" b="0" i="0">
                <a:solidFill>
                  <a:srgbClr val="333333"/>
                </a:solidFill>
                <a:latin typeface="Calibri"/>
              </a:rPr>
              <a:t>•  Notificação: cliente não recebe aviso em tempo real, mas o pedido segue normalmente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Glossário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API REST — estilo de API sobre HTTP, recursos por endpoint, verbos GET/POST/PUT/DELETE</a:t>
            </a:r>
          </a:p>
          <a:p>
            <a:pPr>
              <a:spcAft>
                <a:spcPts val="16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Interoperabilidade — capacidade de sistemas diferentes trabalharem juntos</a:t>
            </a:r>
          </a:p>
          <a:p>
            <a:pPr>
              <a:spcAft>
                <a:spcPts val="16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Síncrono — comunicação em que se espera a resposta imediatamente</a:t>
            </a:r>
          </a:p>
          <a:p>
            <a:pPr>
              <a:spcAft>
                <a:spcPts val="16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Assíncrono — comunicação em que não se espera resposta imediata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Perguntas de revisão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1. O que é uma API e para que ela serve?</a:t>
            </a:r>
          </a:p>
          <a:p>
            <a:pPr>
              <a:spcAft>
                <a:spcPts val="16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2. Diferencie integração síncrona de assíncrona, com um exemplo de cada</a:t>
            </a:r>
          </a:p>
          <a:p>
            <a:pPr>
              <a:spcAft>
                <a:spcPts val="16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3. Cite dois requisitos não funcionais relevantes para uma integração</a:t>
            </a:r>
          </a:p>
          <a:p>
            <a:pPr>
              <a:spcAft>
                <a:spcPts val="16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4. Por que o TechBurger precisaria de uma API de geolocalização?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O que vimos hoje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Arquitetura cliente-servidor e o papel das APIs REST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Interoperabilidade e integração síncrona x assíncrona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Requisitos não funcionais de conectividade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Próxima aula (23/10): Organização de Dados, com dataset real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7435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2"/>
          <p:cNvSpPr/>
          <p:nvPr/>
        </p:nvSpPr>
        <p:spPr>
          <a:xfrm>
            <a:off x="0" y="-18120"/>
            <a:ext cx="10078328" cy="6744870"/>
          </a:xfrm>
          <a:custGeom>
            <a:avLst/>
            <a:gdLst/>
            <a:ahLst/>
            <a:cxnLst/>
            <a:rect l="l" t="t" r="r" b="b"/>
            <a:pathLst>
              <a:path w="10078328" h="6744870">
                <a:moveTo>
                  <a:pt x="0" y="0"/>
                </a:moveTo>
                <a:lnTo>
                  <a:pt x="10078328" y="0"/>
                </a:lnTo>
                <a:lnTo>
                  <a:pt x="10078328" y="6744869"/>
                </a:lnTo>
                <a:lnTo>
                  <a:pt x="0" y="674486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23801" t="-21813" r="-21128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3" name="TextBox 3"/>
          <p:cNvSpPr txBox="1"/>
          <p:nvPr/>
        </p:nvSpPr>
        <p:spPr>
          <a:xfrm>
            <a:off x="10078328" y="3794931"/>
            <a:ext cx="7629482" cy="9903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400"/>
              </a:lnSpc>
              <a:spcBef>
                <a:spcPct val="0"/>
              </a:spcBef>
            </a:pPr>
            <a:r>
              <a:rPr lang="en-US" sz="6000" dirty="0" err="1">
                <a:solidFill>
                  <a:srgbClr val="FFFFFF"/>
                </a:solidFill>
                <a:latin typeface="Unbounded 1 Ultra-Bold"/>
              </a:rPr>
              <a:t>Gratidão</a:t>
            </a:r>
            <a:r>
              <a:rPr lang="en-US" sz="6000" dirty="0">
                <a:solidFill>
                  <a:srgbClr val="FFFFFF"/>
                </a:solidFill>
                <a:latin typeface="Unbounded 1 Ultra-Bold"/>
              </a:rPr>
              <a:t>!</a:t>
            </a:r>
          </a:p>
        </p:txBody>
      </p:sp>
      <p:sp>
        <p:nvSpPr>
          <p:cNvPr id="4" name="Freeform 4"/>
          <p:cNvSpPr/>
          <p:nvPr/>
        </p:nvSpPr>
        <p:spPr>
          <a:xfrm>
            <a:off x="3177634" y="-162759"/>
            <a:ext cx="6443388" cy="6889508"/>
          </a:xfrm>
          <a:custGeom>
            <a:avLst/>
            <a:gdLst/>
            <a:ahLst/>
            <a:cxnLst/>
            <a:rect l="l" t="t" r="r" b="b"/>
            <a:pathLst>
              <a:path w="6443388" h="6889508">
                <a:moveTo>
                  <a:pt x="0" y="0"/>
                </a:moveTo>
                <a:lnTo>
                  <a:pt x="6443389" y="0"/>
                </a:lnTo>
                <a:lnTo>
                  <a:pt x="6443389" y="6889508"/>
                </a:lnTo>
                <a:lnTo>
                  <a:pt x="0" y="6889508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b="-2099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5" name="Freeform 5"/>
          <p:cNvSpPr/>
          <p:nvPr/>
        </p:nvSpPr>
        <p:spPr>
          <a:xfrm>
            <a:off x="0" y="3794931"/>
            <a:ext cx="9304949" cy="5863637"/>
          </a:xfrm>
          <a:custGeom>
            <a:avLst/>
            <a:gdLst/>
            <a:ahLst/>
            <a:cxnLst/>
            <a:rect l="l" t="t" r="r" b="b"/>
            <a:pathLst>
              <a:path w="9304949" h="5863637">
                <a:moveTo>
                  <a:pt x="0" y="0"/>
                </a:moveTo>
                <a:lnTo>
                  <a:pt x="9304949" y="0"/>
                </a:lnTo>
                <a:lnTo>
                  <a:pt x="9304949" y="5863637"/>
                </a:lnTo>
                <a:lnTo>
                  <a:pt x="0" y="586363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6" name="TextBox 5"/>
          <p:cNvSpPr txBox="1"/>
          <p:nvPr/>
        </p:nvSpPr>
        <p:spPr>
          <a:xfrm>
            <a:off x="10078328" y="5200000"/>
            <a:ext cx="7629482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400" b="0" i="0">
                <a:solidFill>
                  <a:srgbClr val="FFFFFF"/>
                </a:solidFill>
                <a:latin typeface="Calibri"/>
              </a:rPr>
              <a:t>Até a próxima aula!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9FC40EC0FA74E64E8146614CB730A4D9" ma:contentTypeVersion="18" ma:contentTypeDescription="Crie um novo documento." ma:contentTypeScope="" ma:versionID="64e3dda2b1a63d799175312bc15f4ace">
  <xsd:schema xmlns:xsd="http://www.w3.org/2001/XMLSchema" xmlns:xs="http://www.w3.org/2001/XMLSchema" xmlns:p="http://schemas.microsoft.com/office/2006/metadata/properties" xmlns:ns2="f61705dd-dd2d-4ab9-9bbf-49e0d21b9022" xmlns:ns3="0798beb3-9d6a-467b-b776-ccfc93473710" targetNamespace="http://schemas.microsoft.com/office/2006/metadata/properties" ma:root="true" ma:fieldsID="483aaa94bd3aaf7c48ed0e08118cf103" ns2:_="" ns3:_="">
    <xsd:import namespace="f61705dd-dd2d-4ab9-9bbf-49e0d21b9022"/>
    <xsd:import namespace="0798beb3-9d6a-467b-b776-ccfc93473710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DateTaken" minOccurs="0"/>
                <xsd:element ref="ns2:MediaServiceAutoTags" minOccurs="0"/>
                <xsd:element ref="ns2:MediaServiceGenerationTime" minOccurs="0"/>
                <xsd:element ref="ns2:MediaServiceEventHashCode" minOccurs="0"/>
                <xsd:element ref="ns2:MediaServiceOCR" minOccurs="0"/>
                <xsd:element ref="ns3:SharedWithUsers" minOccurs="0"/>
                <xsd:element ref="ns3:SharedWithDetails" minOccurs="0"/>
                <xsd:element ref="ns2:MediaServiceLocation" minOccurs="0"/>
                <xsd:element ref="ns2:MediaServiceAutoKeyPoints" minOccurs="0"/>
                <xsd:element ref="ns2:MediaServiceKeyPoints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bjectDetectorVersions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61705dd-dd2d-4ab9-9bbf-49e0d21b9022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0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1" nillable="true" ma:displayName="Tags" ma:internalName="MediaServiceAutoTags" ma:readOnly="true">
      <xsd:simpleType>
        <xsd:restriction base="dms:Text"/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17" nillable="true" ma:displayName="Location" ma:internalName="MediaServiceLocation" ma:readOnly="true">
      <xsd:simpleType>
        <xsd:restriction base="dms:Text"/>
      </xsd:simpleType>
    </xsd:element>
    <xsd:element name="MediaServiceAutoKeyPoints" ma:index="18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9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20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2" nillable="true" ma:taxonomy="true" ma:internalName="lcf76f155ced4ddcb4097134ff3c332f" ma:taxonomyFieldName="MediaServiceImageTags" ma:displayName="Marcações de imagem" ma:readOnly="false" ma:fieldId="{5cf76f15-5ced-4ddc-b409-7134ff3c332f}" ma:taxonomyMulti="true" ma:sspId="11000289-e8e0-4655-aaa4-6ce2e2879be2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4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5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798beb3-9d6a-467b-b776-ccfc93473710" elementFormDefault="qualified">
    <xsd:import namespace="http://schemas.microsoft.com/office/2006/documentManagement/types"/>
    <xsd:import namespace="http://schemas.microsoft.com/office/infopath/2007/PartnerControls"/>
    <xsd:element name="SharedWithUsers" ma:index="15" nillable="true" ma:displayName="Compartilhado com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6" nillable="true" ma:displayName="Detalhes de Compartilhado Com" ma:internalName="SharedWithDetails" ma:readOnly="true">
      <xsd:simpleType>
        <xsd:restriction base="dms:Note">
          <xsd:maxLength value="255"/>
        </xsd:restriction>
      </xsd:simpleType>
    </xsd:element>
    <xsd:element name="TaxCatchAll" ma:index="23" nillable="true" ma:displayName="Taxonomy Catch All Column" ma:hidden="true" ma:list="{560c32b9-b3cd-4e58-8615-6ab9f3400046}" ma:internalName="TaxCatchAll" ma:showField="CatchAllData" ma:web="0798beb3-9d6a-467b-b776-ccfc93473710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ú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58197250-31A0-4980-994A-4E66396C8571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D3136358-B574-409C-9149-8485FB1C6F78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f61705dd-dd2d-4ab9-9bbf-49e0d21b9022"/>
    <ds:schemaRef ds:uri="0798beb3-9d6a-467b-b776-ccfc93473710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10920</TotalTime>
  <Words>2</Words>
  <Application>Microsoft Office PowerPoint</Application>
  <PresentationFormat>Personalizar</PresentationFormat>
  <Paragraphs>1</Paragraphs>
  <Slides>5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2</vt:i4>
      </vt:variant>
      <vt:variant>
        <vt:lpstr>Títulos de slides</vt:lpstr>
      </vt:variant>
      <vt:variant>
        <vt:i4>5</vt:i4>
      </vt:variant>
    </vt:vector>
  </HeadingPairs>
  <TitlesOfParts>
    <vt:vector size="10" baseType="lpstr">
      <vt:lpstr>Arial</vt:lpstr>
      <vt:lpstr>Calibri</vt:lpstr>
      <vt:lpstr>Unbounded 1 Ultra-Bold</vt:lpstr>
      <vt:lpstr>Office Theme</vt:lpstr>
      <vt:lpstr>1_Office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TEMPLATE APRESENTAÇÃO SENAI</dc:title>
  <dc:creator>Alisson de Oliveira da Guia</dc:creator>
  <cp:lastModifiedBy>Ana Claudia Conceição</cp:lastModifiedBy>
  <cp:revision>13</cp:revision>
  <dcterms:created xsi:type="dcterms:W3CDTF">2006-08-16T00:00:00Z</dcterms:created>
  <dcterms:modified xsi:type="dcterms:W3CDTF">2025-01-30T12:04:47Z</dcterms:modified>
  <dc:identifier>DAGGnDa8uXQ</dc:identifier>
</cp:coreProperties>
</file>