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17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Projeto Integrador — Parte 2: Casos de Uso e Classes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12/11/2026  ·  07:30–11:30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– 07:45  Abertura: retomada do projeto de cada grupo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07:45 – 08:45  Checklists: Casos de Uso e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08:45 – 09:00  De requisito a caso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09:00 – 09:15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09:15 – 10:15  Atividade: diagrama de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10:15 – 11:00  Atividade: diagrama de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11:00 – 11:30  Mentoria e encerramento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PROJETO INTEGRADOR — PARTE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Casos de Uso e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Modelando o seu próprio sistema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— Diagrama de 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Todos os tipos de usuário do sistema aparecem como atores (inclusive sistemas externos, se houver).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Cada requisito funcional levantado na Aula 16 corresponde a pelo menos um caso de uso.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Relações «include» foram usadas para uma ação obrigatória compartilhada por outros casos de uso.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Relações «extend» foram usadas para um comportamento opcional/condicional.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Generalização entre atores foi usada quando um ator é um tipo mais específico de outro (ex.: Gerente é um tipo de Funcionário).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— Diagrama de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As classes representam as principais entidades do negócio (não telas, não funções soltas).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Cada classe tem atributos coerentes com a regra de negócio que a originou.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 visibilidade dos atributos/métodos foi indicada (+, -, #).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Os relacionamentos entre classes (associação, agregação, composição, herança) foram definidos.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 multiplicidade (cardinalidade) de cada relacionamento foi indicada.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 requisito a caso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 funcional → costuma virar 1 caso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“Quem executa essa ação?” → define o ator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“O que precisa acontecer?” → define o caso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Exemplo: “enviar lembrete 1h antes” → caso de uso “Enviar Lembrete”, ator Sistema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 — 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Listar atores e casos de uso a partir dos requisitos da Aula 16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Aplicar include/extend/generalização quando fizer sentido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Registrar na Apostila, seção 3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60 minutos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 —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Identificar as classes candidatas (entidades do negócio, não telas)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Definir atributos, métodos, visibilidade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Definir relacionamentos e cardinalidade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Registrar na Apostila, seção 5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45 minutos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Confundir tela com classe (ex.: “TelaDeLogin” não é uma classe de negócio)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 de uso sem ator definido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Relacionamento sem multiplicidade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vem na Aula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Trazer os diagramas de hoje revisados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Construir diagrama de atividades ou sequência de um fluxo-chave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Montar o Business Model Canvas do seu sistema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Bom trabalho! Até a próxima aula.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