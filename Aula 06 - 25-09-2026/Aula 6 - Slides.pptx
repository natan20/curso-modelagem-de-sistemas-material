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  <p:sldId id="312" r:id="rId33"/>
    <p:sldId id="313" r:id="rId34"/>
    <p:sldId id="314" r:id="rId35"/>
    <p:sldId id="315" r:id="rId36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6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UML — Diagrama de Classes II: Cardinalidade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25/09/2026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07:45  Abertura, revisão e correção da Aula 5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07:45 – 08:50  Multiplicidade e cardinalidade nos relacionamentos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08:50 – 09:05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09:05 – 09:30  Exercício objetivo de leitura de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09:30 – 10:45  Prática: diagrama de classes do TechBurger completo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10:45 – 11:30  Correção coletiva e encerramento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Um Pedido pode ter vários ItemPedido.
Mas quantos Pedidos um único ItemPedido pode 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Revisão — Aula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Classes candidatas do TechBurger: Cliente, Pedido, ItemPedido, Produto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Também: Pagamento, Entrega, Funcionario (Atendente, Gerente)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Atributos, métodos e visibilidade (+/-/#)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Hoje: fechar o diagrama com relacionamentos e cardinalidades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Multiplicidade (Cardinalidade)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Quantas instâncias se relacionam com quantas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Notações principais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 — exatamente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0..1 — zero ou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0..* (ou *) — zero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1..* — um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Cliente 1 —— * Pedido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Onde se escreve a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Escrita nas DUAS pontas da linha de relacionamento, perto de cada classe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“Cliente 1 —— * Pedido”: um cliente pode ter vários pedidos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E cada pedido pertence a exatamente um cliente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Cardinalidade nos relacionamentos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Têm cardinalidade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Associação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Agregação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Composição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Não tem cardinalidade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Herança/Generalização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É uma relação “é um tipo de”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Atendente é um tipo de Funcionario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EXERCÍCIO OBJETIVO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Leitura de Cardinalidade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Turma · Aluno · Disciplina · Professor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Exercício — cenário da escola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Turma 1 —— 1..* Aluno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Aluno * —— * Disciplina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Professor 1 —— * Turma</a:t>
            </a:r>
          </a:p>
          <a:p>
            <a:pPr>
              <a:spcAft>
                <a:spcPts val="1600"/>
              </a:spcAft>
            </a:pPr>
            <a:r>
              <a:rPr sz="2400" b="0" i="0">
                <a:solidFill>
                  <a:srgbClr val="333333"/>
                </a:solidFill>
                <a:latin typeface="Calibri"/>
              </a:rPr>
              <a:t>•  Responda individualmente na apostila (5 perguntas)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Gabarito do exercício (correção coletiva)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Turma: no mínimo 1 aluno, sem máximo definido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Aluno pertence a exatamente 1 turma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Aluno pode cursar zero ou muitas disciplinas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Disciplina pode ter zero ou muitos alunos matriculados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Exatamente 1 professor está associado a cada turma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Fechando o Diagrama de Classes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TechBurger — relacionamentos e cardinalidade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Prática: fechar o diagrama do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Retomem o diagrama de classes da Aula 5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Adicionem todos os relacionamentos que faltam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Definam a cardinalidade de cada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Preencham a tabela da apostila antes de desenhar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75 minutos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Relacionamentos esperados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Cliente 1 —— * Pedido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Pedido 1 —— * ItemPedido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ItemPedido * —— 1 Produto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Pedido 1 —— 0..1 Pagamento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Pedido 1 —— 0..1 Entrega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Funcionario &lt;|-- Atendente, Funcionario &lt;|-- Gerente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“0..1” e não “1..1”?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Pedido —— 0..1 Pagamento: o pedido pode ainda não ter pagamento confirmado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Pedido —— 0..1 Entrega: só existe entrega quando o tipo do pedido é “Entrega”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Pedidos de retirada no balcão não têm relação de Entrega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CORREÇÃO COLETIVA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TechBurger completo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Projetar e comparar com o que cada grupo produziu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— Diagrama de Classes com cardinalidade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4000" y="3050000"/>
            <a:ext cx="6460000" cy="51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Todos os relacionamentos da bíblia do TechBurger estão presentes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cardinalidades fazem sentido com o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herança está representada corretamente (seta vazada)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grupo consegue justificar cada cardinalidade escolhida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Multiplicidade/Cardinalidade — quantas instâncias de uma classe se relacionam com quantas de outra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Agregação — relacionamento “todo-parte” fraco: a parte pode existir sem o todo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Composição — relacionamento “todo-parte” forte: a parte não existe sem o todo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Herança/Generalização — relação “é um tipo de” entre classe geral e especializada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O que significa a notação “0..*” em um relacionamento?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Por que a herança não tem cardinalidade?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Diferença entre agregação e composição, com exemplo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Por que “Pedido 1 —— 0..1 Pagamento” faz sentido no TechBurger?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Multiplicidade/cardinalidade: conceito e notação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Cardinalidade nos 4 tipos de relacionamento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Diagrama de classes do TechBurger fechado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(02/10): Diagrama de Atividades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