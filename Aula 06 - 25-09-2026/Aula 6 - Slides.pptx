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6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II: Cardinalidade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25/09/2026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07:40  Abertura e revisão da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07:40 – 08:45  Multiplicidade e cardinalidade nos relacionamentos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09:25  Exercício objetivo de leitura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09:25 – 10:40  Prática: diagrama de classes do TechBurger completo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Um Pedido pode ter vários ItemPedido.
Mas quantos Pedidos um único ItemPedido pode 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 —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candidatas do TechBurger: Cliente, Pedido, ItemPedido,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Também: Pagamento, Entrega, Funcionario (Atendente,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Atributos, métodos e visibilidade (+/-/#)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fechar o diagrama com relacionamentos e cardinalidades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Multiplicidade (Cardinalidade)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Quantas instâncias se relacionam com quantas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Notações principais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—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—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—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—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Cliente 1 —— * Pedido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se escreve a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Escrita nas DUAS pontas da linha de relacionamento, perto de cada classe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“Cliente 1 —— * Pedido”: um cliente pode ter vários pedidos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E cada pedido pertence a exatamente um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nos 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Têm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Associação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Agregação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Composição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Não tem cardinalidade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Herança/Generalização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relação “é um tipo de”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Atendente é um tipo de Funcionario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EXERCÍCIO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Leitura de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Turma · Aluno · Disciplina · Professor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— cenário da escola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Turma 1 —— 1..* Aluno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Aluno * —— * Disciplina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Professor 1 —— * Turma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Responda individualmente na apostila (5 perguntas)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Turma: no mínimo 1 aluno, sem máximo definido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Aluno pertence a exatamente 1 turma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Aluno pode cursar zero ou muitas disciplinas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Disciplina pode ter zero ou muitos alunos matriculados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Exatamente 1 professor está associado a cada turma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Fechando o Diagrama de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TechBurger — relacionamentos e cardinalidade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Prática: fechar o diagrama do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Retomem o diagrama de classes da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todos os relacionamentos que faltam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Definam a cardinalidade de cada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desenhar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75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esperados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1 —— * Pedido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* ItemPedido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0..1 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0..1 Entrega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Funcionario &lt;|-- Atendente, Funcionario &lt;|-- Gerente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—— 0..1 Pagamento: o pedido pode ainda não ter pagamento confirmado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—— 0..1 Entrega: só existe entrega quando o tipo do pedido é “Entrega”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Pedidos de retirada no balcão não têm relação de Entrega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relacionamentos da bíblia do TechBurger estão presentes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cardinalidades fazem sentido com 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está representada corretamente (seta vazada)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consegue justificar cada cardinalidade escolhida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Multiplicidade/Cardinalidade —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Agregação — relacionamento “todo-parte” fraco: a parte pode existir sem o todo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Composição — relacionamento “todo-parte” forte: a parte não existe sem o todo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Herança/Generalização — relação “é um tipo de” entre classe geral e especializada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significa a notação “0..*” em um relacionamento?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Por que a herança não tem cardinalidade?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Diferença entre agregação e composição, com exemplo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“Pedido 1 —— 0..1 Pagamento” faz sentido no TechBurger?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Multiplicidade/cardinalidade: conceito e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nos 4 tipos de relacionamento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classes do TechBurger fechado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(02/10): Diagrama de Atividades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