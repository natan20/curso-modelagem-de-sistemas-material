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20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Apresentação dos Projetos Integradores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19/11/2026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07:45  Abertura e critérios de avaliação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07:45 – 10:45  Apresentações dos grupos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10:45 – 11:00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11:00 – 11:20  Devolutiva geral da turma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11:20 – 11:30  Encerramento do bloco de projeto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Formato da apresentação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15 minutos de apresentação por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 minutos de perguntas (professor e colegas)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os integrantes devem falar em algum momento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Sinal aos 12 minutos para se organizarem para encerrar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Estrutura esperada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 Contexto do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2. Regras de negócio e requisitos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3. Diagramas UML (casos de uso, classes, atividades/sequência)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4. Business Model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5. Persona e wireframe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6. Integrações e requisitos não funcionais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Critérios de avaliação (100 pontos)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Regra de negócio e requisitos — 20%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Diagramas UML — 30%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Business Model Canvas — 15%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Proposta de UX — 15%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Domínio do grupo ao apresentar — 20%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Que tal começarmos?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Boa sorte a todos os grupos!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Depois das apresentações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Devolutiva geral: pontos fortes observados no conjunto dos projetos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Erros mais recorrentes, para aprendizado coletivo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Encerramento do bloco de Projeto Integrador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(27/11): Avaliação Final teórica e encerramento da disciplina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Parabéns pelo Projeto Integrador!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