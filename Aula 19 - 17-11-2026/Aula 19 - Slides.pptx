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19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Projeto Integrador P4 — UX, Interoperabilidade e Revisão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17/11/2026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07:45  Abertura e recapitulação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07:45 – 08:05  Revisão: UX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08:05 – 09:00  Persona e wireframe do próprio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09:15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09:35  Revisão: interoperabilidade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09:35 – 10:15  Integrações e RNFs do próprio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10:15 – 10:55  Revisão geral: checklist de fechamento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10:55 – 11:30  Ensaio rápido e combinados finais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PROJETO INTEGRADOR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Etapa P4 (última etapa de construção)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Depois de hoje, só falta apresentar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Persona e Wireframe —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Persona: nome, contexto, objetivo claro em relação ao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Wireframe de uma tela-chave (ideal: a do fluxo da Aula 18)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Baixa fidelidade — estrutura, não aparência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Dá para explicar como o usuário completaria a tarefa principal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Integrações e Requisitos Não Funcionais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Listem pelo menos 3 integrações plausíveis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cada uma: com quem integra e por quê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Associem um requisito não funcional a cada integração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 (TechBurger): gateway de pagamento → resposta em até 3s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FECHAMENTO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Checklist do Projeto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Tudo o que precisa estar pronto antes da Aula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de fechamento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6+ regras de negócio do sistema escolhido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Requisitos funcionais e não funcionais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classes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de fechamento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atividades e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Business Model Canvas (9 blocos)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Persona e wireframe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Mapa de integrações e RNFs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Estrutura sugerida da apresentação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 Contexto do negócio (1-2 min)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2. Regras e requisitos (2-3 min)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3. Diagramas UML principais (5-6 min)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4. Business Model Canvas (2 min)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5. Persona e wireframe (2 min)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6. Integrações e RNFs (1-2 min)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Ensaio rápido (10:55 – 11:20)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grupo apresenta um resumo de 3 minutos para o professor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Feedback objetivo: o que está claro, o que falta amarrar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Última chance de ajustar antes da apresentação oficial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Próxima aula (19/11)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Apresentação dos Projetos Integradores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15 min de apresentação + 5 min de perguntas por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Avaliação com rubrica de pesos (ver Apostila da Aula 20)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Falta pouco — bom trabalho!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