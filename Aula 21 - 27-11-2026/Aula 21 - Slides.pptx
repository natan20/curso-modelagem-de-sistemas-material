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21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Avaliação Final e Encerramento da Disciplina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27/11/2026  ·  07:30–09:30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(2h)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07:40  Abertura e orientações sobre a prova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07:40 – 08:30  Avaliação Final teórica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08:30 – 08:45  Recolhimento e devolutiva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08:45 – 09:15  Retrospecto da disciplina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09:15 – 09:30  Feedback da turma e encerramento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Sobre a prova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13 questões objetivas (múltipla escolha e V/F)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50 minutos, individual, sem consulta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Cobre todos os temas da disciplina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RETROSPECTO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 jornada da disciplina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Da regra de negócio ao projeto completo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percorremos (1/2)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 — Regra de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2 — Requisitos Funcionais e Não Funcionais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Aulas 3 a 9 — Modelagem e UML completo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10 — UX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11 — Conectividade e Interoperabilidade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percorremos (2/2)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Aulas 12 e 13 — Organização de Dados e Ciclo PDCA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14 — Business Model Canvas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15 — Iniciativa e Autonomia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Aulas 16 a 20 — Projeto Integrador completo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isso importa na profissão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Essas são as etapas que um analista/desenvolvedor percorre antes de programar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Função F.2: sistemas com qualidade, usabilidade, robustez, integridade e segurança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Modelar bem economiza retrabalho — em qualquer projeto real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Foi um prazer ensinar essa turma!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