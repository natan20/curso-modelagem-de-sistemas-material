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305" r:id="rId16"/>
    <p:sldId id="306" r:id="rId17"/>
    <p:sldId id="307" r:id="rId18"/>
    <p:sldId id="308" r:id="rId19"/>
    <p:sldId id="309" r:id="rId20"/>
    <p:sldId id="310" r:id="rId21"/>
    <p:sldId id="311" r:id="rId22"/>
    <p:sldId id="312" r:id="rId23"/>
    <p:sldId id="313" r:id="rId24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4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Casos de Uso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18/09/2026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Elementos do Diagrama de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Relacionamentos: include, extend, generalização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Exemplo guiado: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10:30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10:30 – 11:00  Apresentação e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Boas práticas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desenhar classes ou telas, como descrevemos
O QUE o sistema faz, do ponto de vista de quem usa?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TIPO DE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visão externa do sistema: quem usa, e para quê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— quem interage com o sistema (boneco palito)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 de uso — uma funcionalidade oferecida (elipse)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(fronteira) — retângulo que delimita dentro/fora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fora do retângulo = ator; dentro = caso de uso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— linha simples entre ator e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 — inclusão obrigatória de outro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 — extensão opcional/condicional de outro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Generalização entre atores — “é um tipo de” (seta triangular vazada)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«include» x «extend»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«include»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Inclusão obrigatória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Sempre acontece como parte do fluxo principal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Seta tracejada apontando para o caso incluído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«extend»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Extensão opcional/condicional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Só acontece em certas condições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Seta tracejada apontando para o caso base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extend no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“Aplicar Desconto PIX” estende “Confirmar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acontece quando o cliente escolhe pagar via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é extend, e não include (não é sempre obrigatório)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Casos de Uso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montar o diagrama completo em grupo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Atores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de Balcão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de Pagamento (ator externo)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Casos de uso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Pedido e pagamento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Fazer Pedido pelo App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Fazer Pedido no Balcão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Confirmar Pagamento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Aplicar Desconto PIX (extend)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Fidelidade e entrega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Acumular Pontos de Fidelidade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Resgatar Combo Grátis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Validar Endereço de Entrega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Casos de uso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Sugerir Item Substituto (extend de Fazer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Autorizar Pedido Grande (ator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Bloquear Cliente por Cancelamentos (automático)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Montar o Diagrama de Casos de Uso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 atores + pelo menos 8 dos 10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1 include/extend e a generalização Atendente/Gerente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60 minutos — depois, apresentação para a turma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APRESENTAÇÃO E 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Casos de Uso (TechBurger)</a:t>
            </a:r>
          </a:p>
        </p:txBody>
      </p:sp>
      <p:pic>
        <p:nvPicPr>
          <p:cNvPr id="12" name="Picture 11" descr="techburger_casos_de_u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3094661"/>
            <a:ext cx="13258800" cy="63041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um passo de tela em caso de uso (“clicar em confirmar”)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include/extend sem necessidade real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de nomear o caso de uso com verbo + complemento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 — papel externo que interage com 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 de uso — funcionalidade oferecida pelo sistema a um ator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Include — relacionamento de inclusão obrigatória entre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Extend — relacionamento de extensão opcional/condicional entre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Generalização — relação de “é um tipo de” entre atores (ou entre casos de uso)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1. Qual a diferença entre ator e caso de uso?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2. Quando usar «include» e quando usar «extend»?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3. Dê um exemplo de generalização entre atores no TechBurger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4. A que caso de uso o ator Sistema de Pagamento se conecta diretamente?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Casos de Uso: ator, caso de uso,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Relacionamentos: associação, include, extend, generalização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Casos de Uso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(24/09): Diagrama de Classes I, ainda com o TechBurger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