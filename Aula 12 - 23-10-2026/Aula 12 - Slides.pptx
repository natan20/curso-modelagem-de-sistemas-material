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12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Organização de Dados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23/10/2026  ·  07:30–11:30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07:45  Abertura e contextualização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07:45 – 08:15  Por que organizar dados antes de analisar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08:15 – 08:45  Roteiro de trabalho (checklist)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08:45 – 09:15  Métodos e técnicas de trabalho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09:15 – 09:30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09:30 – 10:40  Atividade prática: organizando a planilha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10:40 – 11:30  Correção coletiva e encerramento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Se uma planilha tem categorias escritas de 3 jeitos diferentes,
o relatório final está certo ou errado?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Por que organizar antes de analisar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Dado desorganizado gera análise errada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organizar antes de analisar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Duplicado infla números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Campo vazio quebra cálculos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Grafia inconsistente esconde categorias que são a mesma coisa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Regra prática: nunca analisar sem antes organizar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MÉTODO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Roteiro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Um checklist para organizar qualquer base de dados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Roteiro de trabalho (checklist)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Verificar linhas duplicadas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Verificar linhas totalmente vazias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Verificar campos vazios em colunas importantes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Verificar inconsistência de grafia em categorias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Verificar formatos inconsistentes (ex.: datas)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Padronizar e documentar o que foi corrigido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Métodos e técnicas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Filtros e ordenação para localizar duplicados e vazios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Contagem de valores distintos por coluna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Documentar cada decisão de padronização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arquivo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Chamados_TI_Bruto.xlsx — chamados de suporte de TI (fictício)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Colunas: ID, Data, Categoria, Prioridade, Status, Técnico, Unidade...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Contém, de propósito: duplicados, vazios, grafias inconsistentes e datas em formatos diferentes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Aplicando o checklist na planilha real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Grupos de 3 a 4 pessoas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Abrir Chamados_TI_Bruto.xlsx e aplicar o checklist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Registrar: duplicados, vazios, grafias diferentes de Categoria e Status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Propor como corrigir cada problema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70 minutos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Números reais da planilha (1/2)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Total de linhas: 172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Linhas totalmente vazias: 4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Linhas duplicadas: 10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Vazios em Técnico Responsável: 21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Vazios em Unidade: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Números reais da planilha (2/2)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Grafias de Categoria encontradas: 15 (deveriam ser 5)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Grafias de Status encontradas: 12 (deveriam ser 4)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Formatos de data encontrados: 3 diferentes (dd/mm/aaaa, aaaa-mm-dd, dd-mm-aa)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Proposta de correção (referência)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Remover linhas totalmente vazias e duplicadas exatas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Vazios em Técnico/Unidade: preencher com “Não informado” ou investigar — nunca deixar em branco silenciosamente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Padronizar Categoria e Status para um único padrão de escrita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Padronizar todas as datas para um único formato (ex.: AAAA-MM-DD)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Duplicado — linha repetida na base, que infla contagens se não for tratada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Dado vazio (missing) — campo sem valor preenchido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Inconsistência de grafia — mesma categoria escrita de formas diferentes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Padronização — ajustar os dados para um único formato/grafia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1. Por que um dado duplicado é um problema para a análise?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2. Cite três passos do roteiro de trabalho de organização de dados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3. Dê um exemplo de inconsistência de grafia e por que ela atrapalha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4. Por que é importante documentar as decisões de padronização?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roteiro de trabalho de organização de dados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Métodos e técnicas para localizar problemas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Aplicação prática em uma base real de chamados de TI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(27/10): Análise de Dados e Ciclo PDCA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