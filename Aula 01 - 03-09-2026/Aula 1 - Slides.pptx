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15" r:id="rId9"/>
    <p:sldId id="316" r:id="rId8"/>
    <p:sldId id="317" r:id="rId7"/>
    <p:sldId id="305" r:id="rId26"/>
    <p:sldId id="306" r:id="rId27"/>
    <p:sldId id="307" r:id="rId28"/>
    <p:sldId id="308" r:id="rId29"/>
    <p:sldId id="318" r:id="rId6"/>
    <p:sldId id="309" r:id="rId30"/>
    <p:sldId id="310" r:id="rId31"/>
    <p:sldId id="319" r:id="rId5"/>
    <p:sldId id="311" r:id="rId32"/>
    <p:sldId id="312" r:id="rId33"/>
    <p:sldId id="313" r:id="rId34"/>
    <p:sldId id="314" r:id="rId35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22.xml"/><Relationship Id="rId6" Type="http://schemas.openxmlformats.org/officeDocument/2006/relationships/slide" Target="slides/slide19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Regra de Negócio e Requisitos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03/09/2026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 pouco sobre mim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 D U C A Ç Ã 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650000"/>
            <a:ext cx="164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Bacharelado em Sistemas de Informação — Universidade Estácio de Sá (2016–2021)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Tecnólogo em Banco de Dados — Universidade Cidade de São Paulo (2017–2019)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Pós-Graduação em Administração de Banco de Dados — Universidade Estácio de Sá (2019–2021)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08:00  Abertura, apresentações e apresentação da disciplina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08:00 – 08:15  O papel do modelador de sistemas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08:15 – 09:00  Regra de Negócio: definição, objetivo e estrutura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09:15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09:45  Introdução a Requisitos de Sistemas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09:45 – 10:15  Estudo de caso guia: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10:15 – 11:00  Atividade prática em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11:30  Correção coletiva e encerramento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Antes de escrever a primeira linha de código,
o que precisa estar definido?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papel da Modelagem de Sistemas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Traduz o funcionamento do negócio em modelos que orientam o desenvolvimento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Está ligada à função F.2: sistemas com qualidade, usabilidade, robustez, integridade e segurança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 da disciplina: negócio → requisitos → modelagem (UML) → desenvolvimento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Pular essa etapa é uma das causas mais comuns de retrabalho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vai funcionar a 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21 encontros · 82h de aula + 4h de planejamento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Matutino, 07:30 às 11:30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Estudo de caso guia (TechBurger) nas aulas de UML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Projeto Integrador nas Aulas 16 a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Avaliação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Atividades práticas a cada aula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Apresentação do Projeto Integrador na Aula 20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Avaliação final teórica na Aula 21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Gabaritos/checklists disponíveis para autoconferência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Regra de Negócio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base de tudo que vamos modelar na disciplina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 — Definição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Diretriz que define ou restringe algum aspecto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Existe independentemente de haver ou não um sistema informatizado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uma política, norma ou decisão de como a empresa funciona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“clientes inadimplentes não podem fazer novos pedidos”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 —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Garantir consistência nas decisões, mesmo com pessoas diferentes decidindo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Controlar riscos financeiros, operacionais e de segurança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Refletir políticas internas da empresa e exigências legais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Orientar decisões que o sistema vai tomar de forma automatizada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 — 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Condição — a situação que dispara a regra (o “se”)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Ação — o que deve acontecer quando a condição é satisfeita (o “então”)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Exceção — quando a regra deixa de valer, se houver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“3+ cancelamentos no mês” → bloquear 15 dias → exceto compras presenciais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 x Processo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Regra de negócio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Restrição pontual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“se... então...”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Vale sempre que a condição ocorrer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Processo de negócio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Sequência de atividades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“como se faz”, passo a passo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Pode conter várias regras aplicadas em pontos diferentes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de Negócio — 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Restrição — bloqueia uma ação sob certa condição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Fato / definição — define um termo, sem gerar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Cálculo — deriva um valor a partir de outros (ex.: total do 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Disparador de ação — aciona um evento automaticamente (ex.: combo grátis ao atingir 100 pontos)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 ao escrever uma regra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Atômica — uma única decisão por regra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Verificável — dá para checar se está sendo cumprida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linguagem do negócio — sem termos técnicos de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ambiguidade — só admite uma interpretação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Rastreável a um dono da área de negócio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 ruim x regra melhorada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Versão ruim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“O sistema trata bem os clientes fiéis.”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Não é verificável nem atômica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Não fica claro qual condição dispara a regra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Versão melhorada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“Clientes com 100+ pontos recebem um combo grátis na próxima compra, e a pontuação é zerada.”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Objetiva e testável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Condição, ação e resultado claros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Requisitos de Sistemas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Traduzindo o negócio para o que o sistema deve fazer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Requisito de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Capacidade ou condição que o sistema precisa atender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 “tradução técnica” de uma necessidade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regra de negócio relevante para o sistema vira um ou mais requisitos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 Regra de Negócio ao Requisito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Regra: “pedido só é enviado à cozinha após confirmação de pagamento”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funcional: “o sistema deve bloquear o envio do pedido até o pagamento ser confirmado”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pode gerar mais de um requisito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Prévia: Funcional x Não 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Requisito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Descreve o que o sistema faz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Uma funcionalidade, uma regra aplicada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Aprofundamos na Aula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Requisito Não Funcional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Descreve como o sistema se comporta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Desempenho, segurança, usabilidade...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Aprofundamos na Aula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negócio ao sistema: a cadeia de requisitos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de negócio — por que o sistema precisa existir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de usuário — o que a pessoa que usa o sistema precisa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de sistema (funcional) — o que o sistema deve fazer, em detalhe técnico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reduzir cancelamentos → ver cliente bloqueado → bloquear pedido após 3 cancelamentos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ESTUDO DE CASO GUIA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Já volta na Aula 2 e segue nas Aulas 3 a 9, 11 e 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 — O cenário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Hamburgueria com atendimento no balcão e por aplicativo próprio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Programa de fidelidade, descontos por PIX e raio de entrega de 5 km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Regras de estoque, pedidos grandes e bloqueio por cancelamentos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Leitura completa disponível na Apostila do Aluno, seção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resolvido: Biblioteca “Ler Mais”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Biblioteca “Ler Mais”: associado pode ter no máximo 3 livros emprestados ao mesmo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1: 3 livros já emprestados → recusar o 4º empréstimo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2: associado é “professor” → prazo vira 30 dias (em vez de 14)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3: devolução atrasada → multa de R$ 1,00/dia → exceto livro de leitura escolar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Mesmo método da TechBurger: Condição → Ação → Exceção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Formar grupos de 3 a 4 pessoas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Ler o cenário TechBurger (Apostila, seção 4)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Identificar pelo menos 6 regras de negócio (o texto tem 8)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Preencher a tabela: Regra · Condição · Ação · Exceção · Objetivo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45 minutos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grupo identificou pelo menos 6 regras distintas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tem Condição e Ação coerentes com 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exceções foram percebidas quando existiam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grupo não confundiu regra pontual com processo inteiro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papel da modelagem de sistemas no desenvolvimento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negócio: definição, objetivo e estrutura (condição/ação/exceção)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negócio x processo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Introdução a requisitos de sistemas e a relação com as regras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apostila: revisem o glossário e as perguntas de revisão — vamos corrigi-las juntos no início da Aula 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(04/09): requisito funcional x não funcional e técnicas de análise de requisitos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