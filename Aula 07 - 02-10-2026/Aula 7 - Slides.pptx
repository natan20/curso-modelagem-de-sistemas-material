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7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Atividades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02/10/2026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Abertura, revisão e correção da Aula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08:25  Elementos do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08:25 – 08:50  Exemplo guiado simples no quadro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08:50 – 09:05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09:05 – 09:25  Apresentação do fluxo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09:25 – 10:55  Prática: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10:55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Um diagrama de classes mostra a ESTRUTURA dos dados.
Como mostramos o PROCESSO — o passo a passo de um pedido?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TIPO DE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De estrutura (classes) para comportamento (processo)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atividades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— círculo preenchido: onde o fluxo começa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— círculo com borda: onde o fluxo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Ação/atividade — retângulo de cantos arredondados: um passo do processo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atividades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— losango: o fluxo se ramifica conforme uma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Junção — losango que reúne fluxos alternativos de volta a um único caminho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 (swimlane) — coluna/faixa que indica QUEM é responsável por cada 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ouro das decisões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decisão (losango) precisa ter TODAS as saídas rotuladas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“item em estoque?” → sim / não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rótulo, o diagrama fica ambíguo — não dá para saber o que corresponde a qual caminho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guiado no quadro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Fluxo simples: “ligar o computador”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Início → ação (apertar o botão) → decisão (“ligou?”) → ação alternativa (checar cabo de energia) → fim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Toda decisão precisa ter as DUAS saídas rotuladas (sim/não)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Exemplo: fluxograma “ligar o computador”</a:t>
            </a:r>
          </a:p>
        </p:txBody>
      </p:sp>
      <p:pic>
        <p:nvPicPr>
          <p:cNvPr id="12" name="Picture 11" descr="exemplo_ligar_computad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4000" y="3050000"/>
            <a:ext cx="714000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 ordem das ações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fluxo de hoje SÓ cobra o cliente depois de garantir que o pedido pode ser atendido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Por isso: valor mínimo → estoque → endereço de entrega vêm ANTES da forma de pagamento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Cobrar antes de checar estoque/entrega é uma falha de regra de negócio (o cliente pagaria por algo que pode não poder ser entregue)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 GUIA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Fazer pedido pelo app com pagamento PIX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a modelar: pedido pelo app com PIX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Raias: Cliente, Sistema, Cozinha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Decisão 1: valor total ≥ R$ 15,00?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Decisão 2: item em estoque?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Decisão 3: retirada ou entrega?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Fluxo completo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1. Cliente monta o carrinho de compras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2. Sistema valida se o valor total é ≥ R$ 15,00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3. Sistema valida se os itens estão em estoque (senão, sugere substituto)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4. Sistema valida se é retirada ou entrega (se entrega, raio de 5 km)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Fluxo completo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5. Cliente escolhe a forma de pagamento (PIX)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6. Sistema aplica 5% de desconto por ser pagamento via PIX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7. Cliente confirma o pagamento; sistema aciona o Sistema de Pagamento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8. Sistema envia o pedido à Cozinha, que prepara e finaliza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9. Sistema credita os pontos de fidelidade ao cliente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desenhem o diagrama de atividades completo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 raias: Cliente, Sistema,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e nó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2 decisões com saídas rotuladas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90 minutos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e nó final presentes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 decisões com todas as saídas rotuladas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está na raia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lógica coerente com o negócio (estoque/entrega antes do pagamento)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fluxo completo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TechBurger — projetar e comparar com o que cada grupo produziu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Diagrama de Atividades (TechBurger)</a:t>
            </a:r>
          </a:p>
        </p:txBody>
      </p:sp>
      <p:pic>
        <p:nvPicPr>
          <p:cNvPr id="12" name="Picture 11" descr="techburger_ativida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678" y="3050000"/>
            <a:ext cx="3582644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Diagrama de Atividades — diagrama UML comportamental que mostra o fluxo de um processo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Raia (swimlane) — divisão do diagrama por responsável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Decisão — ponto do fluxo onde o caminho se ramifica conforme uma condição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Fluxo alternativo — caminho seguido quando uma condição não é atendida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nó inicial e nó final?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Por que toda decisão precisa ter as saídas rotuladas?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Para que servem as raias (swimlanes)?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Cite as 3 decisões do fluxo do TechBurger modelado hoje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representar decisões e raias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Modelagem do fluxo completo do TechBurger, na ordem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(09/10): Diagrama de Sequência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